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4"/>
  </p:sldMasterIdLst>
  <p:notesMasterIdLst>
    <p:notesMasterId r:id="rId21"/>
  </p:notesMasterIdLst>
  <p:handoutMasterIdLst>
    <p:handoutMasterId r:id="rId22"/>
  </p:handoutMasterIdLst>
  <p:sldIdLst>
    <p:sldId id="282" r:id="rId5"/>
    <p:sldId id="344" r:id="rId6"/>
    <p:sldId id="280" r:id="rId7"/>
    <p:sldId id="346" r:id="rId8"/>
    <p:sldId id="347" r:id="rId9"/>
    <p:sldId id="348" r:id="rId10"/>
    <p:sldId id="349" r:id="rId11"/>
    <p:sldId id="350" r:id="rId12"/>
    <p:sldId id="351" r:id="rId13"/>
    <p:sldId id="352" r:id="rId14"/>
    <p:sldId id="354" r:id="rId15"/>
    <p:sldId id="353" r:id="rId16"/>
    <p:sldId id="355" r:id="rId17"/>
    <p:sldId id="356" r:id="rId18"/>
    <p:sldId id="340" r:id="rId19"/>
    <p:sldId id="343" r:id="rId20"/>
  </p:sldIdLst>
  <p:sldSz cx="12192000" cy="6858000"/>
  <p:notesSz cx="6858000" cy="9144000"/>
  <p:defaultTextStyle>
    <a:defPPr>
      <a:defRPr lang="es-A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DB848"/>
    <a:srgbClr val="ECF4E4"/>
    <a:srgbClr val="E8E8E8"/>
    <a:srgbClr val="2A2D65"/>
    <a:srgbClr val="292C63"/>
    <a:srgbClr val="256692"/>
    <a:srgbClr val="F2F2F2"/>
    <a:srgbClr val="E4E4E4"/>
    <a:srgbClr val="256996"/>
    <a:srgbClr val="F3F3F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3D06840-72A8-431A-A10E-BB7B798072FC}" v="1" dt="2025-11-04T21:35:20.28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4049" autoAdjust="0"/>
  </p:normalViewPr>
  <p:slideViewPr>
    <p:cSldViewPr snapToGrid="0">
      <p:cViewPr varScale="1">
        <p:scale>
          <a:sx n="197" d="100"/>
          <a:sy n="197" d="100"/>
        </p:scale>
        <p:origin x="163" y="18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ableStyles" Target="tableStyles.xml"/><Relationship Id="rId3" Type="http://schemas.openxmlformats.org/officeDocument/2006/relationships/customXml" Target="../customXml/item3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presProps" Target="presProps.xml"/><Relationship Id="rId28" Type="http://schemas.microsoft.com/office/2015/10/relationships/revisionInfo" Target="revisionInfo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handoutMaster" Target="handoutMasters/handoutMaster1.xml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ablo Di Loreto" userId="f2e2087a5759e9cf" providerId="LiveId" clId="{0E6532AD-5DF2-4B3F-92EF-AB1947C0D3BA}"/>
    <pc:docChg chg="addSld delSld modSld">
      <pc:chgData name="Pablo Di Loreto" userId="f2e2087a5759e9cf" providerId="LiveId" clId="{0E6532AD-5DF2-4B3F-92EF-AB1947C0D3BA}" dt="2025-11-04T21:35:22.324" v="1" actId="47"/>
      <pc:docMkLst>
        <pc:docMk/>
      </pc:docMkLst>
      <pc:sldChg chg="del">
        <pc:chgData name="Pablo Di Loreto" userId="f2e2087a5759e9cf" providerId="LiveId" clId="{0E6532AD-5DF2-4B3F-92EF-AB1947C0D3BA}" dt="2025-11-04T21:35:22.324" v="1" actId="47"/>
        <pc:sldMkLst>
          <pc:docMk/>
          <pc:sldMk cId="1183652395" sldId="342"/>
        </pc:sldMkLst>
      </pc:sldChg>
      <pc:sldChg chg="add">
        <pc:chgData name="Pablo Di Loreto" userId="f2e2087a5759e9cf" providerId="LiveId" clId="{0E6532AD-5DF2-4B3F-92EF-AB1947C0D3BA}" dt="2025-11-04T21:35:20.284" v="0"/>
        <pc:sldMkLst>
          <pc:docMk/>
          <pc:sldMk cId="581895786" sldId="344"/>
        </pc:sldMkLst>
      </pc:sldChg>
    </pc:docChg>
  </pc:docChgLst>
  <pc:docChgLst>
    <pc:chgData name="Pablo Di Loreto" userId="fdb98846-a190-465a-855e-63f3c6fa9071" providerId="ADAL" clId="{0E6532AD-5DF2-4B3F-92EF-AB1947C0D3BA}"/>
    <pc:docChg chg="undo custSel addSld delSld modSld sldOrd modMainMaster">
      <pc:chgData name="Pablo Di Loreto" userId="fdb98846-a190-465a-855e-63f3c6fa9071" providerId="ADAL" clId="{0E6532AD-5DF2-4B3F-92EF-AB1947C0D3BA}" dt="2025-10-31T08:19:59.280" v="6337" actId="47"/>
      <pc:docMkLst>
        <pc:docMk/>
      </pc:docMkLst>
      <pc:sldChg chg="addSp modSp mod">
        <pc:chgData name="Pablo Di Loreto" userId="fdb98846-a190-465a-855e-63f3c6fa9071" providerId="ADAL" clId="{0E6532AD-5DF2-4B3F-92EF-AB1947C0D3BA}" dt="2025-10-31T08:16:39.112" v="6291"/>
        <pc:sldMkLst>
          <pc:docMk/>
          <pc:sldMk cId="2629867539" sldId="280"/>
        </pc:sldMkLst>
        <pc:spChg chg="mod">
          <ac:chgData name="Pablo Di Loreto" userId="fdb98846-a190-465a-855e-63f3c6fa9071" providerId="ADAL" clId="{0E6532AD-5DF2-4B3F-92EF-AB1947C0D3BA}" dt="2025-10-31T08:02:55.545" v="6190" actId="20577"/>
          <ac:spMkLst>
            <pc:docMk/>
            <pc:sldMk cId="2629867539" sldId="280"/>
            <ac:spMk id="2" creationId="{5A787E32-04FA-A845-A7EB-C4F800F1A4EB}"/>
          </ac:spMkLst>
        </pc:spChg>
        <pc:spChg chg="mod">
          <ac:chgData name="Pablo Di Loreto" userId="fdb98846-a190-465a-855e-63f3c6fa9071" providerId="ADAL" clId="{0E6532AD-5DF2-4B3F-92EF-AB1947C0D3BA}" dt="2025-10-31T08:02:59.819" v="6199" actId="20577"/>
          <ac:spMkLst>
            <pc:docMk/>
            <pc:sldMk cId="2629867539" sldId="280"/>
            <ac:spMk id="3" creationId="{EA071C9A-FA6C-C574-7681-7DC823304EFD}"/>
          </ac:spMkLst>
        </pc:spChg>
      </pc:sldChg>
      <pc:sldChg chg="addSp delSp modSp mod">
        <pc:chgData name="Pablo Di Loreto" userId="fdb98846-a190-465a-855e-63f3c6fa9071" providerId="ADAL" clId="{0E6532AD-5DF2-4B3F-92EF-AB1947C0D3BA}" dt="2025-10-31T08:13:23.830" v="6204" actId="962"/>
        <pc:sldMkLst>
          <pc:docMk/>
          <pc:sldMk cId="1929120540" sldId="282"/>
        </pc:sldMkLst>
        <pc:picChg chg="add mod">
          <ac:chgData name="Pablo Di Loreto" userId="fdb98846-a190-465a-855e-63f3c6fa9071" providerId="ADAL" clId="{0E6532AD-5DF2-4B3F-92EF-AB1947C0D3BA}" dt="2025-10-31T08:13:23.830" v="6204" actId="962"/>
          <ac:picMkLst>
            <pc:docMk/>
            <pc:sldMk cId="1929120540" sldId="282"/>
            <ac:picMk id="3" creationId="{252AE6DA-5E96-71C4-64E5-07A2DC5F860E}"/>
          </ac:picMkLst>
        </pc:picChg>
      </pc:sldChg>
      <pc:sldChg chg="add">
        <pc:chgData name="Pablo Di Loreto" userId="fdb98846-a190-465a-855e-63f3c6fa9071" providerId="ADAL" clId="{0E6532AD-5DF2-4B3F-92EF-AB1947C0D3BA}" dt="2025-10-31T08:19:57.225" v="6336"/>
        <pc:sldMkLst>
          <pc:docMk/>
          <pc:sldMk cId="188099423" sldId="343"/>
        </pc:sldMkLst>
      </pc:sldChg>
      <pc:sldMasterChg chg="modSldLayout">
        <pc:chgData name="Pablo Di Loreto" userId="fdb98846-a190-465a-855e-63f3c6fa9071" providerId="ADAL" clId="{0E6532AD-5DF2-4B3F-92EF-AB1947C0D3BA}" dt="2025-10-31T08:18:53.768" v="6325" actId="478"/>
        <pc:sldMasterMkLst>
          <pc:docMk/>
          <pc:sldMasterMk cId="4187229415" sldId="2147483648"/>
        </pc:sldMasterMkLst>
        <pc:sldLayoutChg chg="addSp delSp modSp mod">
          <pc:chgData name="Pablo Di Loreto" userId="fdb98846-a190-465a-855e-63f3c6fa9071" providerId="ADAL" clId="{0E6532AD-5DF2-4B3F-92EF-AB1947C0D3BA}" dt="2025-10-31T08:18:52.925" v="6324" actId="14100"/>
          <pc:sldLayoutMkLst>
            <pc:docMk/>
            <pc:sldMasterMk cId="4187229415" sldId="2147483648"/>
            <pc:sldLayoutMk cId="1205386542" sldId="2147483649"/>
          </pc:sldLayoutMkLst>
        </pc:sldLayoutChg>
        <pc:sldLayoutChg chg="setBg">
          <pc:chgData name="Pablo Di Loreto" userId="fdb98846-a190-465a-855e-63f3c6fa9071" providerId="ADAL" clId="{0E6532AD-5DF2-4B3F-92EF-AB1947C0D3BA}" dt="2025-10-06T21:32:23.643" v="3768"/>
          <pc:sldLayoutMkLst>
            <pc:docMk/>
            <pc:sldMasterMk cId="4187229415" sldId="2147483648"/>
            <pc:sldLayoutMk cId="271441860" sldId="2147483655"/>
          </pc:sldLayoutMkLst>
        </pc:sldLayoutChg>
        <pc:sldLayoutChg chg="addSp delSp modSp mod">
          <pc:chgData name="Pablo Di Loreto" userId="fdb98846-a190-465a-855e-63f3c6fa9071" providerId="ADAL" clId="{0E6532AD-5DF2-4B3F-92EF-AB1947C0D3BA}" dt="2025-10-31T08:18:50.090" v="6318" actId="1076"/>
          <pc:sldLayoutMkLst>
            <pc:docMk/>
            <pc:sldMasterMk cId="4187229415" sldId="2147483648"/>
            <pc:sldLayoutMk cId="569568023" sldId="2147483662"/>
          </pc:sldLayoutMkLst>
        </pc:sldLayoutChg>
        <pc:sldLayoutChg chg="addSp modSp">
          <pc:chgData name="Pablo Di Loreto" userId="fdb98846-a190-465a-855e-63f3c6fa9071" providerId="ADAL" clId="{0E6532AD-5DF2-4B3F-92EF-AB1947C0D3BA}" dt="2025-10-31T08:17:26.705" v="6303"/>
          <pc:sldLayoutMkLst>
            <pc:docMk/>
            <pc:sldMasterMk cId="4187229415" sldId="2147483648"/>
            <pc:sldLayoutMk cId="662094541" sldId="2147483665"/>
          </pc:sldLayoutMkLst>
        </pc:sldLayoutChg>
        <pc:sldLayoutChg chg="addSp delSp modSp mod">
          <pc:chgData name="Pablo Di Loreto" userId="fdb98846-a190-465a-855e-63f3c6fa9071" providerId="ADAL" clId="{0E6532AD-5DF2-4B3F-92EF-AB1947C0D3BA}" dt="2025-10-31T08:18:53.768" v="6325" actId="478"/>
          <pc:sldLayoutMkLst>
            <pc:docMk/>
            <pc:sldMasterMk cId="4187229415" sldId="2147483648"/>
            <pc:sldLayoutMk cId="1838268037" sldId="2147483669"/>
          </pc:sldLayoutMkLst>
          <pc:picChg chg="add del">
            <ac:chgData name="Pablo Di Loreto" userId="fdb98846-a190-465a-855e-63f3c6fa9071" providerId="ADAL" clId="{0E6532AD-5DF2-4B3F-92EF-AB1947C0D3BA}" dt="2025-10-31T08:18:53.768" v="6325" actId="478"/>
            <ac:picMkLst>
              <pc:docMk/>
              <pc:sldMasterMk cId="4187229415" sldId="2147483648"/>
              <pc:sldLayoutMk cId="1838268037" sldId="2147483669"/>
              <ac:picMk id="5" creationId="{6BA283B8-496B-0456-3B64-98AED22625D9}"/>
            </ac:picMkLst>
          </pc:picChg>
        </pc:sldLayoutChg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AR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AD5980E-E4EB-448A-AC4E-91AF299EEB66}" type="datetimeFigureOut">
              <a:rPr lang="es-AR" smtClean="0"/>
              <a:t>5/11/2025</a:t>
            </a:fld>
            <a:endParaRPr lang="es-A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s-AR"/>
              <a:t>123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5E4DDB2-498C-41C4-A5F3-EEEE15E47E62}" type="slidenum">
              <a:rPr lang="es-AR" smtClean="0"/>
              <a:t>‹#›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729456901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AR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5051224-494C-4ADE-9E8C-D2037FA6953F}" type="datetimeFigureOut">
              <a:rPr lang="es-AR" smtClean="0"/>
              <a:t>5/11/2025</a:t>
            </a:fld>
            <a:endParaRPr lang="es-AR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AR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A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s-AR"/>
              <a:t>123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9A3203F-1278-4E9F-8051-CD7E47A36F93}" type="slidenum">
              <a:rPr lang="es-AR" smtClean="0"/>
              <a:t>‹#›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871799285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icio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1524000" y="1933575"/>
            <a:ext cx="9144000" cy="1909717"/>
          </a:xfrm>
          <a:solidFill>
            <a:srgbClr val="E8E8E8"/>
          </a:solidFill>
        </p:spPr>
        <p:txBody>
          <a:bodyPr anchor="ctr"/>
          <a:lstStyle>
            <a:lvl1pPr algn="ctr">
              <a:lnSpc>
                <a:spcPct val="100000"/>
              </a:lnSpc>
              <a:defRPr sz="5000" baseline="0"/>
            </a:lvl1pPr>
          </a:lstStyle>
          <a:p>
            <a:r>
              <a:rPr lang="es-AR" noProof="0"/>
              <a:t>Título de Inicio de Sección o Apartado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524000" y="4479117"/>
            <a:ext cx="9144000" cy="1121583"/>
          </a:xfrm>
        </p:spPr>
        <p:txBody>
          <a:bodyPr/>
          <a:lstStyle>
            <a:lvl1pPr marL="0" indent="0" algn="ctr">
              <a:buNone/>
              <a:defRPr sz="2400">
                <a:solidFill>
                  <a:srgbClr val="292C63"/>
                </a:solidFill>
              </a:defRPr>
            </a:lvl1pPr>
            <a:lvl2pPr marL="457211" indent="0" algn="ctr">
              <a:buNone/>
              <a:defRPr sz="2000"/>
            </a:lvl2pPr>
            <a:lvl3pPr marL="914423" indent="0" algn="ctr">
              <a:buNone/>
              <a:defRPr sz="1801"/>
            </a:lvl3pPr>
            <a:lvl4pPr marL="1371634" indent="0" algn="ctr">
              <a:buNone/>
              <a:defRPr sz="1600"/>
            </a:lvl4pPr>
            <a:lvl5pPr marL="1828846" indent="0" algn="ctr">
              <a:buNone/>
              <a:defRPr sz="1600"/>
            </a:lvl5pPr>
            <a:lvl6pPr marL="2286057" indent="0" algn="ctr">
              <a:buNone/>
              <a:defRPr sz="1600"/>
            </a:lvl6pPr>
            <a:lvl7pPr marL="2743269" indent="0" algn="ctr">
              <a:buNone/>
              <a:defRPr sz="1600"/>
            </a:lvl7pPr>
            <a:lvl8pPr marL="3200480" indent="0" algn="ctr">
              <a:buNone/>
              <a:defRPr sz="1600"/>
            </a:lvl8pPr>
            <a:lvl9pPr marL="3657691" indent="0" algn="ctr">
              <a:buNone/>
              <a:defRPr sz="1600"/>
            </a:lvl9pPr>
          </a:lstStyle>
          <a:p>
            <a:r>
              <a:rPr lang="es-AR" noProof="0"/>
              <a:t>Subtítulo de la Sección o Apartado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F3AF0721-22BD-3693-6B52-D6A0C7170E6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538654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Inicio Sección con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1222624" y="2663039"/>
            <a:ext cx="9746751" cy="1909717"/>
          </a:xfrm>
          <a:solidFill>
            <a:srgbClr val="E8E8E8"/>
          </a:solidFill>
        </p:spPr>
        <p:txBody>
          <a:bodyPr anchor="ctr"/>
          <a:lstStyle>
            <a:lvl1pPr algn="ctr">
              <a:lnSpc>
                <a:spcPct val="100000"/>
              </a:lnSpc>
              <a:defRPr sz="4400" baseline="0"/>
            </a:lvl1pPr>
          </a:lstStyle>
          <a:p>
            <a:r>
              <a:rPr lang="es-AR" noProof="0"/>
              <a:t>Título de Inicio de Sección o Apartado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222624" y="5208581"/>
            <a:ext cx="9746751" cy="1121583"/>
          </a:xfrm>
        </p:spPr>
        <p:txBody>
          <a:bodyPr/>
          <a:lstStyle>
            <a:lvl1pPr marL="0" indent="0" algn="ctr">
              <a:buNone/>
              <a:defRPr sz="2400">
                <a:solidFill>
                  <a:srgbClr val="292C63"/>
                </a:solidFill>
              </a:defRPr>
            </a:lvl1pPr>
            <a:lvl2pPr marL="457211" indent="0" algn="ctr">
              <a:buNone/>
              <a:defRPr sz="2000"/>
            </a:lvl2pPr>
            <a:lvl3pPr marL="914423" indent="0" algn="ctr">
              <a:buNone/>
              <a:defRPr sz="1801"/>
            </a:lvl3pPr>
            <a:lvl4pPr marL="1371634" indent="0" algn="ctr">
              <a:buNone/>
              <a:defRPr sz="1600"/>
            </a:lvl4pPr>
            <a:lvl5pPr marL="1828846" indent="0" algn="ctr">
              <a:buNone/>
              <a:defRPr sz="1600"/>
            </a:lvl5pPr>
            <a:lvl6pPr marL="2286057" indent="0" algn="ctr">
              <a:buNone/>
              <a:defRPr sz="1600"/>
            </a:lvl6pPr>
            <a:lvl7pPr marL="2743269" indent="0" algn="ctr">
              <a:buNone/>
              <a:defRPr sz="1600"/>
            </a:lvl7pPr>
            <a:lvl8pPr marL="3200480" indent="0" algn="ctr">
              <a:buNone/>
              <a:defRPr sz="1600"/>
            </a:lvl8pPr>
            <a:lvl9pPr marL="3657691" indent="0" algn="ctr">
              <a:buNone/>
              <a:defRPr sz="1600"/>
            </a:lvl9pPr>
          </a:lstStyle>
          <a:p>
            <a:r>
              <a:rPr lang="es-AR" noProof="0"/>
              <a:t>Subtítulo de la Sección o Apartado</a:t>
            </a:r>
          </a:p>
        </p:txBody>
      </p:sp>
      <p:pic>
        <p:nvPicPr>
          <p:cNvPr id="5" name="Picture 4" descr="A green and black logo&#10;&#10;AI-generated content may be incorrect.">
            <a:extLst>
              <a:ext uri="{FF2B5EF4-FFF2-40B4-BE49-F238E27FC236}">
                <a16:creationId xmlns:a16="http://schemas.microsoft.com/office/drawing/2014/main" id="{6BA283B8-496B-0456-3B64-98AED22625D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19868" y="527836"/>
            <a:ext cx="3952263" cy="1426479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735BDE1-F0DA-DC68-9E4B-E0D1DAF417B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826803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Inicio sub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1524000" y="2838449"/>
            <a:ext cx="9144000" cy="981075"/>
          </a:xfrm>
        </p:spPr>
        <p:txBody>
          <a:bodyPr anchor="b"/>
          <a:lstStyle>
            <a:lvl1pPr algn="l">
              <a:lnSpc>
                <a:spcPct val="100000"/>
              </a:lnSpc>
              <a:defRPr sz="4000" baseline="0"/>
            </a:lvl1pPr>
          </a:lstStyle>
          <a:p>
            <a:r>
              <a:rPr lang="es-AR" noProof="0"/>
              <a:t>Título de Inicio de Sección o Apartado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524000" y="4211748"/>
            <a:ext cx="9144000" cy="619125"/>
          </a:xfrm>
        </p:spPr>
        <p:txBody>
          <a:bodyPr>
            <a:normAutofit/>
          </a:bodyPr>
          <a:lstStyle>
            <a:lvl1pPr marL="0" indent="0" algn="l">
              <a:buNone/>
              <a:defRPr sz="2000">
                <a:solidFill>
                  <a:srgbClr val="292C63"/>
                </a:solidFill>
              </a:defRPr>
            </a:lvl1pPr>
            <a:lvl2pPr marL="457211" indent="0" algn="ctr">
              <a:buNone/>
              <a:defRPr sz="2000"/>
            </a:lvl2pPr>
            <a:lvl3pPr marL="914423" indent="0" algn="ctr">
              <a:buNone/>
              <a:defRPr sz="1801"/>
            </a:lvl3pPr>
            <a:lvl4pPr marL="1371634" indent="0" algn="ctr">
              <a:buNone/>
              <a:defRPr sz="1600"/>
            </a:lvl4pPr>
            <a:lvl5pPr marL="1828846" indent="0" algn="ctr">
              <a:buNone/>
              <a:defRPr sz="1600"/>
            </a:lvl5pPr>
            <a:lvl6pPr marL="2286057" indent="0" algn="ctr">
              <a:buNone/>
              <a:defRPr sz="1600"/>
            </a:lvl6pPr>
            <a:lvl7pPr marL="2743269" indent="0" algn="ctr">
              <a:buNone/>
              <a:defRPr sz="1600"/>
            </a:lvl7pPr>
            <a:lvl8pPr marL="3200480" indent="0" algn="ctr">
              <a:buNone/>
              <a:defRPr sz="1600"/>
            </a:lvl8pPr>
            <a:lvl9pPr marL="3657691" indent="0" algn="ctr">
              <a:buNone/>
              <a:defRPr sz="1600"/>
            </a:lvl9pPr>
          </a:lstStyle>
          <a:p>
            <a:r>
              <a:rPr lang="es-AR" noProof="0"/>
              <a:t>Subtítulo de la Sección o Apartado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111C2ED-5122-44AB-9AD7-2BB453AD318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956802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y Contenido">
    <p:bg>
      <p:bgPr>
        <a:solidFill>
          <a:srgbClr val="F3F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Placeholder 1">
            <a:extLst>
              <a:ext uri="{FF2B5EF4-FFF2-40B4-BE49-F238E27FC236}">
                <a16:creationId xmlns:a16="http://schemas.microsoft.com/office/drawing/2014/main" id="{430DA748-3CA9-415B-9139-E7BF6C1EC16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25518" y="260025"/>
            <a:ext cx="11141873" cy="558795"/>
          </a:xfrm>
          <a:prstGeom prst="rect">
            <a:avLst/>
          </a:prstGeom>
          <a:solidFill>
            <a:srgbClr val="E8E8E8"/>
          </a:solidFill>
        </p:spPr>
        <p:txBody>
          <a:bodyPr vert="horz" lIns="91440" tIns="45720" rIns="91440" bIns="45720" rtlCol="0" anchor="ctr">
            <a:noAutofit/>
          </a:bodyPr>
          <a:lstStyle>
            <a:lvl1pPr>
              <a:lnSpc>
                <a:spcPct val="100000"/>
              </a:lnSpc>
              <a:defRPr/>
            </a:lvl1pPr>
          </a:lstStyle>
          <a:p>
            <a:r>
              <a:rPr lang="es-AR" noProof="0"/>
              <a:t>Titulo principal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426E9C12-6710-4FE7-B7AC-4778501B240A}"/>
              </a:ext>
            </a:extLst>
          </p:cNvPr>
          <p:cNvSpPr>
            <a:spLocks noGrp="1"/>
          </p:cNvSpPr>
          <p:nvPr>
            <p:ph sz="half" idx="10" hasCustomPrompt="1"/>
          </p:nvPr>
        </p:nvSpPr>
        <p:spPr>
          <a:xfrm>
            <a:off x="525516" y="1131060"/>
            <a:ext cx="11141875" cy="5338691"/>
          </a:xfrm>
        </p:spPr>
        <p:txBody>
          <a:bodyPr/>
          <a:lstStyle>
            <a:lvl1pPr marL="228606" indent="-228606">
              <a:buClr>
                <a:srgbClr val="292C63"/>
              </a:buClr>
              <a:buFont typeface="Arial" panose="020B0604020202020204" pitchFamily="34" charset="0"/>
              <a:buChar char="•"/>
              <a:defRPr/>
            </a:lvl1pPr>
            <a:lvl2pPr marL="685818" indent="-228606">
              <a:buClr>
                <a:srgbClr val="292C63"/>
              </a:buClr>
              <a:buFont typeface="Arial" panose="020B0604020202020204" pitchFamily="34" charset="0"/>
              <a:buChar char="•"/>
              <a:defRPr/>
            </a:lvl2pPr>
            <a:lvl3pPr marL="1143029" indent="-228606">
              <a:buClr>
                <a:srgbClr val="292C63"/>
              </a:buClr>
              <a:buFont typeface="Arial" panose="020B0604020202020204" pitchFamily="34" charset="0"/>
              <a:buChar char="•"/>
              <a:defRPr/>
            </a:lvl3pPr>
            <a:lvl4pPr marL="1600241" indent="-228606">
              <a:buClr>
                <a:srgbClr val="292C63"/>
              </a:buClr>
              <a:buFont typeface="Arial" panose="020B0604020202020204" pitchFamily="34" charset="0"/>
              <a:buChar char="•"/>
              <a:defRPr/>
            </a:lvl4pPr>
            <a:lvl5pPr marL="2057452" indent="-228606">
              <a:buClr>
                <a:srgbClr val="292C63"/>
              </a:buClr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s-AR" noProof="0"/>
              <a:t>Primer nivel de texto</a:t>
            </a:r>
          </a:p>
          <a:p>
            <a:pPr lvl="1"/>
            <a:r>
              <a:rPr lang="es-AR" noProof="0"/>
              <a:t>Segundo nivel de texto</a:t>
            </a:r>
          </a:p>
          <a:p>
            <a:pPr lvl="2"/>
            <a:r>
              <a:rPr lang="es-AR" noProof="0"/>
              <a:t>Tercer nivel de texto</a:t>
            </a:r>
          </a:p>
          <a:p>
            <a:pPr lvl="3"/>
            <a:r>
              <a:rPr lang="es-AR" noProof="0"/>
              <a:t>Cuarto nivel de texto</a:t>
            </a:r>
          </a:p>
          <a:p>
            <a:pPr lvl="4"/>
            <a:r>
              <a:rPr lang="es-AR" noProof="0"/>
              <a:t>Quinto nivel de texto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EBBBCF64-ACB2-A620-A47A-9A5E2443F5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01557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ular y Contenido">
    <p:bg>
      <p:bgPr>
        <a:solidFill>
          <a:srgbClr val="F3F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Placeholder 1">
            <a:extLst>
              <a:ext uri="{FF2B5EF4-FFF2-40B4-BE49-F238E27FC236}">
                <a16:creationId xmlns:a16="http://schemas.microsoft.com/office/drawing/2014/main" id="{430DA748-3CA9-415B-9139-E7BF6C1EC16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25518" y="260026"/>
            <a:ext cx="11141873" cy="983147"/>
          </a:xfrm>
          <a:prstGeom prst="rect">
            <a:avLst/>
          </a:prstGeom>
          <a:solidFill>
            <a:srgbClr val="E8E8E8"/>
          </a:solidFill>
        </p:spPr>
        <p:txBody>
          <a:bodyPr vert="horz" lIns="91440" tIns="45720" rIns="91440" bIns="45720" rtlCol="0" anchor="ctr">
            <a:noAutofit/>
          </a:bodyPr>
          <a:lstStyle>
            <a:lvl1pPr>
              <a:lnSpc>
                <a:spcPct val="100000"/>
              </a:lnSpc>
              <a:defRPr sz="3200" b="0"/>
            </a:lvl1pPr>
          </a:lstStyle>
          <a:p>
            <a:r>
              <a:rPr lang="es-AR" noProof="0"/>
              <a:t>Este es un titular que puede tener más de una línea, exactamente hasta dos.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426E9C12-6710-4FE7-B7AC-4778501B240A}"/>
              </a:ext>
            </a:extLst>
          </p:cNvPr>
          <p:cNvSpPr>
            <a:spLocks noGrp="1"/>
          </p:cNvSpPr>
          <p:nvPr>
            <p:ph sz="half" idx="10" hasCustomPrompt="1"/>
          </p:nvPr>
        </p:nvSpPr>
        <p:spPr>
          <a:xfrm>
            <a:off x="525516" y="1510302"/>
            <a:ext cx="11141875" cy="4959450"/>
          </a:xfrm>
        </p:spPr>
        <p:txBody>
          <a:bodyPr/>
          <a:lstStyle>
            <a:lvl1pPr marL="228606" indent="-228606">
              <a:buClr>
                <a:srgbClr val="292C63"/>
              </a:buClr>
              <a:buFont typeface="Arial" panose="020B0604020202020204" pitchFamily="34" charset="0"/>
              <a:buChar char="•"/>
              <a:defRPr/>
            </a:lvl1pPr>
            <a:lvl2pPr marL="685818" indent="-228606">
              <a:buClr>
                <a:srgbClr val="292C63"/>
              </a:buClr>
              <a:buFont typeface="Arial" panose="020B0604020202020204" pitchFamily="34" charset="0"/>
              <a:buChar char="•"/>
              <a:defRPr/>
            </a:lvl2pPr>
            <a:lvl3pPr marL="1143029" indent="-228606">
              <a:buClr>
                <a:srgbClr val="292C63"/>
              </a:buClr>
              <a:buFont typeface="Arial" panose="020B0604020202020204" pitchFamily="34" charset="0"/>
              <a:buChar char="•"/>
              <a:defRPr/>
            </a:lvl3pPr>
            <a:lvl4pPr marL="1600241" indent="-228606">
              <a:buClr>
                <a:srgbClr val="292C63"/>
              </a:buClr>
              <a:buFont typeface="Arial" panose="020B0604020202020204" pitchFamily="34" charset="0"/>
              <a:buChar char="•"/>
              <a:defRPr/>
            </a:lvl4pPr>
            <a:lvl5pPr marL="2057452" indent="-228606">
              <a:buClr>
                <a:srgbClr val="292C63"/>
              </a:buClr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s-AR" noProof="0"/>
              <a:t>Primer nivel de texto</a:t>
            </a:r>
          </a:p>
          <a:p>
            <a:pPr lvl="1"/>
            <a:r>
              <a:rPr lang="es-AR" noProof="0"/>
              <a:t>Segundo nivel de texto</a:t>
            </a:r>
          </a:p>
          <a:p>
            <a:pPr lvl="2"/>
            <a:r>
              <a:rPr lang="es-AR" noProof="0"/>
              <a:t>Tercer nivel de texto</a:t>
            </a:r>
          </a:p>
          <a:p>
            <a:pPr lvl="3"/>
            <a:r>
              <a:rPr lang="es-AR" noProof="0"/>
              <a:t>Cuarto nivel de texto</a:t>
            </a:r>
          </a:p>
          <a:p>
            <a:pPr lvl="4"/>
            <a:r>
              <a:rPr lang="es-AR" noProof="0"/>
              <a:t>Quinto nivel de texto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186F351B-93A5-C32F-6AB0-57C7F5DD4E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680236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oble Conteni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525517" y="1131060"/>
            <a:ext cx="5251030" cy="5338691"/>
          </a:xfrm>
        </p:spPr>
        <p:txBody>
          <a:bodyPr/>
          <a:lstStyle>
            <a:lvl1pPr>
              <a:buClr>
                <a:srgbClr val="292C63"/>
              </a:buClr>
              <a:defRPr/>
            </a:lvl1pPr>
            <a:lvl2pPr>
              <a:buClr>
                <a:srgbClr val="292C63"/>
              </a:buClr>
              <a:defRPr/>
            </a:lvl2pPr>
            <a:lvl3pPr>
              <a:buClr>
                <a:srgbClr val="292C63"/>
              </a:buClr>
              <a:defRPr/>
            </a:lvl3pPr>
            <a:lvl4pPr>
              <a:buClr>
                <a:srgbClr val="292C63"/>
              </a:buClr>
              <a:defRPr/>
            </a:lvl4pPr>
            <a:lvl5pPr>
              <a:buClr>
                <a:srgbClr val="292C63"/>
              </a:buClr>
              <a:defRPr/>
            </a:lvl5pPr>
          </a:lstStyle>
          <a:p>
            <a:pPr lvl="0"/>
            <a:r>
              <a:rPr lang="es-AR" noProof="0"/>
              <a:t>Primer nivel de texto</a:t>
            </a:r>
          </a:p>
          <a:p>
            <a:pPr lvl="1"/>
            <a:r>
              <a:rPr lang="es-AR" noProof="0"/>
              <a:t>Segundo nivel de texto</a:t>
            </a:r>
          </a:p>
          <a:p>
            <a:pPr lvl="2"/>
            <a:r>
              <a:rPr lang="es-AR" noProof="0"/>
              <a:t>Tercer nivel de texto</a:t>
            </a:r>
          </a:p>
          <a:p>
            <a:pPr lvl="3"/>
            <a:r>
              <a:rPr lang="es-AR" noProof="0"/>
              <a:t>Cuarto nivel de texto</a:t>
            </a:r>
          </a:p>
          <a:p>
            <a:pPr lvl="4"/>
            <a:r>
              <a:rPr lang="es-AR" noProof="0"/>
              <a:t>Quinto nivel de texto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6373411" y="1131060"/>
            <a:ext cx="5251030" cy="5338691"/>
          </a:xfrm>
        </p:spPr>
        <p:txBody>
          <a:bodyPr/>
          <a:lstStyle>
            <a:lvl1pPr>
              <a:buClr>
                <a:srgbClr val="292C63"/>
              </a:buClr>
              <a:defRPr/>
            </a:lvl1pPr>
            <a:lvl2pPr>
              <a:buClr>
                <a:srgbClr val="292C63"/>
              </a:buClr>
              <a:defRPr/>
            </a:lvl2pPr>
            <a:lvl3pPr>
              <a:buClr>
                <a:srgbClr val="292C63"/>
              </a:buClr>
              <a:defRPr/>
            </a:lvl3pPr>
            <a:lvl4pPr>
              <a:buClr>
                <a:srgbClr val="292C63"/>
              </a:buClr>
              <a:defRPr/>
            </a:lvl4pPr>
            <a:lvl5pPr>
              <a:buClr>
                <a:srgbClr val="292C63"/>
              </a:buClr>
              <a:defRPr/>
            </a:lvl5pPr>
          </a:lstStyle>
          <a:p>
            <a:pPr lvl="0"/>
            <a:r>
              <a:rPr lang="es-AR" noProof="0"/>
              <a:t>Primer nivel de texto</a:t>
            </a:r>
          </a:p>
          <a:p>
            <a:pPr lvl="1"/>
            <a:r>
              <a:rPr lang="es-AR" noProof="0"/>
              <a:t>Segundo nivel de texto</a:t>
            </a:r>
          </a:p>
          <a:p>
            <a:pPr lvl="2"/>
            <a:r>
              <a:rPr lang="es-AR" noProof="0"/>
              <a:t>Tercer nivel de texto</a:t>
            </a:r>
          </a:p>
          <a:p>
            <a:pPr lvl="3"/>
            <a:r>
              <a:rPr lang="es-AR" noProof="0"/>
              <a:t>Cuarto nivel de texto</a:t>
            </a:r>
          </a:p>
          <a:p>
            <a:pPr lvl="4"/>
            <a:r>
              <a:rPr lang="es-AR" noProof="0"/>
              <a:t>Quinto nivel de texto</a:t>
            </a:r>
          </a:p>
        </p:txBody>
      </p:sp>
      <p:sp>
        <p:nvSpPr>
          <p:cNvPr id="15" name="Title Placeholder 1">
            <a:extLst>
              <a:ext uri="{FF2B5EF4-FFF2-40B4-BE49-F238E27FC236}">
                <a16:creationId xmlns:a16="http://schemas.microsoft.com/office/drawing/2014/main" id="{A1A3D716-A382-4F8A-B31E-FA1338D6A13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25518" y="260025"/>
            <a:ext cx="11098923" cy="558795"/>
          </a:xfrm>
          <a:prstGeom prst="rect">
            <a:avLst/>
          </a:prstGeom>
          <a:solidFill>
            <a:srgbClr val="E8E8E8"/>
          </a:solidFill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s-AR" noProof="0"/>
              <a:t>Titulo principal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0AD527CB-DBE5-2316-ECE2-82BE15F5257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2222218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ular y Doble Conteni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525517" y="1510301"/>
            <a:ext cx="5251030" cy="4959449"/>
          </a:xfrm>
        </p:spPr>
        <p:txBody>
          <a:bodyPr/>
          <a:lstStyle>
            <a:lvl1pPr>
              <a:buClr>
                <a:srgbClr val="292C63"/>
              </a:buClr>
              <a:defRPr/>
            </a:lvl1pPr>
            <a:lvl2pPr>
              <a:buClr>
                <a:srgbClr val="292C63"/>
              </a:buClr>
              <a:defRPr/>
            </a:lvl2pPr>
            <a:lvl3pPr>
              <a:buClr>
                <a:srgbClr val="292C63"/>
              </a:buClr>
              <a:defRPr/>
            </a:lvl3pPr>
            <a:lvl4pPr>
              <a:buClr>
                <a:srgbClr val="292C63"/>
              </a:buClr>
              <a:defRPr/>
            </a:lvl4pPr>
            <a:lvl5pPr>
              <a:buClr>
                <a:srgbClr val="292C63"/>
              </a:buClr>
              <a:defRPr/>
            </a:lvl5pPr>
          </a:lstStyle>
          <a:p>
            <a:pPr lvl="0"/>
            <a:r>
              <a:rPr lang="es-AR" noProof="0"/>
              <a:t>Primer nivel de texto</a:t>
            </a:r>
          </a:p>
          <a:p>
            <a:pPr lvl="1"/>
            <a:r>
              <a:rPr lang="es-AR" noProof="0"/>
              <a:t>Segundo nivel de texto</a:t>
            </a:r>
          </a:p>
          <a:p>
            <a:pPr lvl="2"/>
            <a:r>
              <a:rPr lang="es-AR" noProof="0"/>
              <a:t>Tercer nivel de texto</a:t>
            </a:r>
          </a:p>
          <a:p>
            <a:pPr lvl="3"/>
            <a:r>
              <a:rPr lang="es-AR" noProof="0"/>
              <a:t>Cuarto nivel de texto</a:t>
            </a:r>
          </a:p>
          <a:p>
            <a:pPr lvl="4"/>
            <a:r>
              <a:rPr lang="es-AR" noProof="0"/>
              <a:t>Quinto nivel de texto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6373411" y="1510301"/>
            <a:ext cx="5251030" cy="4959449"/>
          </a:xfrm>
        </p:spPr>
        <p:txBody>
          <a:bodyPr/>
          <a:lstStyle>
            <a:lvl1pPr>
              <a:buClr>
                <a:srgbClr val="292C63"/>
              </a:buClr>
              <a:defRPr/>
            </a:lvl1pPr>
            <a:lvl2pPr>
              <a:buClr>
                <a:srgbClr val="292C63"/>
              </a:buClr>
              <a:defRPr/>
            </a:lvl2pPr>
            <a:lvl3pPr>
              <a:buClr>
                <a:srgbClr val="292C63"/>
              </a:buClr>
              <a:defRPr/>
            </a:lvl3pPr>
            <a:lvl4pPr>
              <a:buClr>
                <a:srgbClr val="292C63"/>
              </a:buClr>
              <a:defRPr/>
            </a:lvl4pPr>
            <a:lvl5pPr>
              <a:buClr>
                <a:srgbClr val="292C63"/>
              </a:buClr>
              <a:defRPr/>
            </a:lvl5pPr>
          </a:lstStyle>
          <a:p>
            <a:pPr lvl="0"/>
            <a:r>
              <a:rPr lang="es-AR" noProof="0"/>
              <a:t>Primer nivel de texto</a:t>
            </a:r>
          </a:p>
          <a:p>
            <a:pPr lvl="1"/>
            <a:r>
              <a:rPr lang="es-AR" noProof="0"/>
              <a:t>Segundo nivel de texto</a:t>
            </a:r>
          </a:p>
          <a:p>
            <a:pPr lvl="2"/>
            <a:r>
              <a:rPr lang="es-AR" noProof="0"/>
              <a:t>Tercer nivel de texto</a:t>
            </a:r>
          </a:p>
          <a:p>
            <a:pPr lvl="3"/>
            <a:r>
              <a:rPr lang="es-AR" noProof="0"/>
              <a:t>Cuarto nivel de texto</a:t>
            </a:r>
          </a:p>
          <a:p>
            <a:pPr lvl="4"/>
            <a:r>
              <a:rPr lang="es-AR" noProof="0"/>
              <a:t>Quinto nivel de texto</a:t>
            </a:r>
          </a:p>
        </p:txBody>
      </p:sp>
      <p:sp>
        <p:nvSpPr>
          <p:cNvPr id="15" name="Title Placeholder 1">
            <a:extLst>
              <a:ext uri="{FF2B5EF4-FFF2-40B4-BE49-F238E27FC236}">
                <a16:creationId xmlns:a16="http://schemas.microsoft.com/office/drawing/2014/main" id="{A1A3D716-A382-4F8A-B31E-FA1338D6A13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25518" y="260025"/>
            <a:ext cx="11098923" cy="1003696"/>
          </a:xfrm>
          <a:prstGeom prst="rect">
            <a:avLst/>
          </a:prstGeom>
          <a:solidFill>
            <a:srgbClr val="E8E8E8"/>
          </a:solidFill>
        </p:spPr>
        <p:txBody>
          <a:bodyPr vert="horz" lIns="91440" tIns="45720" rIns="91440" bIns="45720" rtlCol="0" anchor="ctr">
            <a:noAutofit/>
          </a:bodyPr>
          <a:lstStyle>
            <a:lvl1pPr>
              <a:lnSpc>
                <a:spcPct val="100000"/>
              </a:lnSpc>
              <a:defRPr sz="3200"/>
            </a:lvl1pPr>
          </a:lstStyle>
          <a:p>
            <a:r>
              <a:rPr lang="es-AR" noProof="0"/>
              <a:t>Este es un titular que puede tener más de una línea, exactamente hasta dos.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61A25240-9764-035E-619F-EB3634A0D34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516499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ulo y Comparativ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525517" y="1054212"/>
            <a:ext cx="5251030" cy="602456"/>
          </a:xfrm>
          <a:noFill/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 b="0">
                <a:solidFill>
                  <a:srgbClr val="292C63"/>
                </a:solidFill>
              </a:defRPr>
            </a:lvl1pPr>
            <a:lvl2pPr marL="457211" indent="0">
              <a:buNone/>
              <a:defRPr sz="2000" b="1"/>
            </a:lvl2pPr>
            <a:lvl3pPr marL="914423" indent="0">
              <a:buNone/>
              <a:defRPr sz="1801" b="1"/>
            </a:lvl3pPr>
            <a:lvl4pPr marL="1371634" indent="0">
              <a:buNone/>
              <a:defRPr sz="1600" b="1"/>
            </a:lvl4pPr>
            <a:lvl5pPr marL="1828846" indent="0">
              <a:buNone/>
              <a:defRPr sz="1600" b="1"/>
            </a:lvl5pPr>
            <a:lvl6pPr marL="2286057" indent="0">
              <a:buNone/>
              <a:defRPr sz="1600" b="1"/>
            </a:lvl6pPr>
            <a:lvl7pPr marL="2743269" indent="0">
              <a:buNone/>
              <a:defRPr sz="1600" b="1"/>
            </a:lvl7pPr>
            <a:lvl8pPr marL="3200480" indent="0">
              <a:buNone/>
              <a:defRPr sz="1600" b="1"/>
            </a:lvl8pPr>
            <a:lvl9pPr marL="3657691" indent="0">
              <a:buNone/>
              <a:defRPr sz="1600" b="1"/>
            </a:lvl9pPr>
          </a:lstStyle>
          <a:p>
            <a:pPr lvl="0"/>
            <a:r>
              <a:rPr lang="en-US" err="1"/>
              <a:t>Título</a:t>
            </a:r>
            <a:r>
              <a:rPr lang="en-US"/>
              <a:t> del </a:t>
            </a:r>
            <a:r>
              <a:rPr lang="en-US" err="1"/>
              <a:t>Comparativo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6373411" y="1054212"/>
            <a:ext cx="5251030" cy="602456"/>
          </a:xfrm>
          <a:noFill/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sz="2400" b="0">
                <a:solidFill>
                  <a:srgbClr val="292C63"/>
                </a:solidFill>
              </a:defRPr>
            </a:lvl1pPr>
            <a:lvl2pPr marL="457211" indent="0">
              <a:buNone/>
              <a:defRPr sz="2000" b="1"/>
            </a:lvl2pPr>
            <a:lvl3pPr marL="914423" indent="0">
              <a:buNone/>
              <a:defRPr sz="1801" b="1"/>
            </a:lvl3pPr>
            <a:lvl4pPr marL="1371634" indent="0">
              <a:buNone/>
              <a:defRPr sz="1600" b="1"/>
            </a:lvl4pPr>
            <a:lvl5pPr marL="1828846" indent="0">
              <a:buNone/>
              <a:defRPr sz="1600" b="1"/>
            </a:lvl5pPr>
            <a:lvl6pPr marL="2286057" indent="0">
              <a:buNone/>
              <a:defRPr sz="1600" b="1"/>
            </a:lvl6pPr>
            <a:lvl7pPr marL="2743269" indent="0">
              <a:buNone/>
              <a:defRPr sz="1600" b="1"/>
            </a:lvl7pPr>
            <a:lvl8pPr marL="3200480" indent="0">
              <a:buNone/>
              <a:defRPr sz="1600" b="1"/>
            </a:lvl8pPr>
            <a:lvl9pPr marL="3657691" indent="0">
              <a:buNone/>
              <a:defRPr sz="1600" b="1"/>
            </a:lvl9pPr>
          </a:lstStyle>
          <a:p>
            <a:pPr lvl="0"/>
            <a:r>
              <a:rPr lang="en-US" err="1"/>
              <a:t>Título</a:t>
            </a:r>
            <a:r>
              <a:rPr lang="en-US"/>
              <a:t> del </a:t>
            </a:r>
            <a:r>
              <a:rPr lang="en-US" err="1"/>
              <a:t>Comparativo</a:t>
            </a:r>
            <a:endParaRPr lang="en-US"/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B053729C-F6EA-42CF-B39F-9CB06AE33994}"/>
              </a:ext>
            </a:extLst>
          </p:cNvPr>
          <p:cNvSpPr>
            <a:spLocks noGrp="1"/>
          </p:cNvSpPr>
          <p:nvPr>
            <p:ph sz="half" idx="10" hasCustomPrompt="1"/>
          </p:nvPr>
        </p:nvSpPr>
        <p:spPr>
          <a:xfrm>
            <a:off x="525517" y="1905000"/>
            <a:ext cx="5251030" cy="4564751"/>
          </a:xfrm>
        </p:spPr>
        <p:txBody>
          <a:bodyPr/>
          <a:lstStyle>
            <a:lvl1pPr>
              <a:buClr>
                <a:srgbClr val="292C63"/>
              </a:buClr>
              <a:defRPr/>
            </a:lvl1pPr>
            <a:lvl2pPr>
              <a:buClr>
                <a:srgbClr val="292C63"/>
              </a:buClr>
              <a:defRPr/>
            </a:lvl2pPr>
            <a:lvl3pPr>
              <a:buClr>
                <a:srgbClr val="292C63"/>
              </a:buClr>
              <a:defRPr/>
            </a:lvl3pPr>
            <a:lvl4pPr>
              <a:buClr>
                <a:srgbClr val="292C63"/>
              </a:buClr>
              <a:defRPr/>
            </a:lvl4pPr>
            <a:lvl5pPr>
              <a:buClr>
                <a:srgbClr val="292C63"/>
              </a:buClr>
              <a:defRPr/>
            </a:lvl5pPr>
          </a:lstStyle>
          <a:p>
            <a:pPr lvl="0"/>
            <a:r>
              <a:rPr lang="es-AR" noProof="0"/>
              <a:t>Primer nivel de texto</a:t>
            </a:r>
          </a:p>
          <a:p>
            <a:pPr lvl="1"/>
            <a:r>
              <a:rPr lang="es-AR" noProof="0"/>
              <a:t>Segundo nivel de texto</a:t>
            </a:r>
          </a:p>
          <a:p>
            <a:pPr lvl="2"/>
            <a:r>
              <a:rPr lang="es-AR" noProof="0"/>
              <a:t>Tercer nivel de texto</a:t>
            </a:r>
          </a:p>
          <a:p>
            <a:pPr lvl="3"/>
            <a:r>
              <a:rPr lang="es-AR" noProof="0"/>
              <a:t>Cuarto nivel de texto</a:t>
            </a:r>
          </a:p>
          <a:p>
            <a:pPr lvl="4"/>
            <a:r>
              <a:rPr lang="es-AR" noProof="0"/>
              <a:t>Quinto nivel de texto</a:t>
            </a:r>
          </a:p>
        </p:txBody>
      </p:sp>
      <p:sp>
        <p:nvSpPr>
          <p:cNvPr id="17" name="Content Placeholder 3">
            <a:extLst>
              <a:ext uri="{FF2B5EF4-FFF2-40B4-BE49-F238E27FC236}">
                <a16:creationId xmlns:a16="http://schemas.microsoft.com/office/drawing/2014/main" id="{CF9EF04B-4C7A-4D76-A8F0-177CAE10F9D0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373411" y="1905000"/>
            <a:ext cx="5251030" cy="4564751"/>
          </a:xfrm>
        </p:spPr>
        <p:txBody>
          <a:bodyPr/>
          <a:lstStyle>
            <a:lvl1pPr>
              <a:buClr>
                <a:srgbClr val="292C63"/>
              </a:buClr>
              <a:defRPr/>
            </a:lvl1pPr>
            <a:lvl2pPr>
              <a:buClr>
                <a:srgbClr val="292C63"/>
              </a:buClr>
              <a:defRPr/>
            </a:lvl2pPr>
            <a:lvl3pPr>
              <a:buClr>
                <a:srgbClr val="292C63"/>
              </a:buClr>
              <a:defRPr/>
            </a:lvl3pPr>
            <a:lvl4pPr>
              <a:buClr>
                <a:srgbClr val="292C63"/>
              </a:buClr>
              <a:defRPr/>
            </a:lvl4pPr>
            <a:lvl5pPr>
              <a:buClr>
                <a:srgbClr val="292C63"/>
              </a:buClr>
              <a:defRPr/>
            </a:lvl5pPr>
          </a:lstStyle>
          <a:p>
            <a:pPr lvl="0"/>
            <a:r>
              <a:rPr lang="es-AR" noProof="0"/>
              <a:t>Primer nivel de texto</a:t>
            </a:r>
          </a:p>
          <a:p>
            <a:pPr lvl="1"/>
            <a:r>
              <a:rPr lang="es-AR" noProof="0"/>
              <a:t>Segundo nivel de texto</a:t>
            </a:r>
          </a:p>
          <a:p>
            <a:pPr lvl="2"/>
            <a:r>
              <a:rPr lang="es-AR" noProof="0"/>
              <a:t>Tercer nivel de texto</a:t>
            </a:r>
          </a:p>
          <a:p>
            <a:pPr lvl="3"/>
            <a:r>
              <a:rPr lang="es-AR" noProof="0"/>
              <a:t>Cuarto nivel de texto</a:t>
            </a:r>
          </a:p>
          <a:p>
            <a:pPr lvl="4"/>
            <a:r>
              <a:rPr lang="es-AR" noProof="0"/>
              <a:t>Quinto nivel de texto</a:t>
            </a:r>
          </a:p>
        </p:txBody>
      </p:sp>
      <p:sp>
        <p:nvSpPr>
          <p:cNvPr id="19" name="Title Placeholder 1">
            <a:extLst>
              <a:ext uri="{FF2B5EF4-FFF2-40B4-BE49-F238E27FC236}">
                <a16:creationId xmlns:a16="http://schemas.microsoft.com/office/drawing/2014/main" id="{A18F9C64-AA9D-4FB9-9EED-49549005003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25518" y="260025"/>
            <a:ext cx="11098923" cy="558795"/>
          </a:xfrm>
          <a:prstGeom prst="rect">
            <a:avLst/>
          </a:prstGeom>
          <a:solidFill>
            <a:srgbClr val="E8E8E8"/>
          </a:solidFill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s-AR" noProof="0"/>
              <a:t>Titulo principal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665A5269-DC68-3CA9-7760-A4361ABE75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685054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c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144186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2_Blanco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green and black logo&#10;&#10;AI-generated content may be incorrect.">
            <a:extLst>
              <a:ext uri="{FF2B5EF4-FFF2-40B4-BE49-F238E27FC236}">
                <a16:creationId xmlns:a16="http://schemas.microsoft.com/office/drawing/2014/main" id="{8772CE00-3A4B-24C9-61F1-6E9F7210617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9236" y="1690499"/>
            <a:ext cx="9633527" cy="34770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209454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3_Blanco">
    <p:bg>
      <p:bgPr>
        <a:solidFill>
          <a:srgbClr val="7DB84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5964546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ulo y Contenido may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37E68FD5-8171-462F-ABE1-1F7A091D2752}"/>
              </a:ext>
            </a:extLst>
          </p:cNvPr>
          <p:cNvSpPr>
            <a:spLocks noGrp="1"/>
          </p:cNvSpPr>
          <p:nvPr>
            <p:ph sz="half" idx="10" hasCustomPrompt="1"/>
          </p:nvPr>
        </p:nvSpPr>
        <p:spPr>
          <a:xfrm>
            <a:off x="525517" y="1107831"/>
            <a:ext cx="4246510" cy="5361921"/>
          </a:xfrm>
        </p:spPr>
        <p:txBody>
          <a:bodyPr/>
          <a:lstStyle>
            <a:lvl1pPr>
              <a:buClr>
                <a:srgbClr val="292C63"/>
              </a:buClr>
              <a:defRPr/>
            </a:lvl1pPr>
            <a:lvl2pPr>
              <a:buClr>
                <a:srgbClr val="292C63"/>
              </a:buClr>
              <a:defRPr/>
            </a:lvl2pPr>
            <a:lvl3pPr>
              <a:buClr>
                <a:srgbClr val="292C63"/>
              </a:buClr>
              <a:defRPr/>
            </a:lvl3pPr>
            <a:lvl4pPr>
              <a:buClr>
                <a:srgbClr val="292C63"/>
              </a:buClr>
              <a:defRPr/>
            </a:lvl4pPr>
            <a:lvl5pPr>
              <a:buClr>
                <a:srgbClr val="292C63"/>
              </a:buClr>
              <a:defRPr/>
            </a:lvl5pPr>
          </a:lstStyle>
          <a:p>
            <a:pPr lvl="0"/>
            <a:r>
              <a:rPr lang="es-AR" noProof="0"/>
              <a:t>Primer nivel de texto</a:t>
            </a:r>
          </a:p>
          <a:p>
            <a:pPr lvl="1"/>
            <a:r>
              <a:rPr lang="es-AR" noProof="0"/>
              <a:t>Segundo nivel de texto</a:t>
            </a:r>
          </a:p>
          <a:p>
            <a:pPr lvl="2"/>
            <a:r>
              <a:rPr lang="es-AR" noProof="0"/>
              <a:t>Tercer nivel de texto</a:t>
            </a:r>
          </a:p>
          <a:p>
            <a:pPr lvl="3"/>
            <a:r>
              <a:rPr lang="es-AR" noProof="0"/>
              <a:t>Cuarto nivel de texto</a:t>
            </a:r>
          </a:p>
          <a:p>
            <a:pPr lvl="4"/>
            <a:r>
              <a:rPr lang="es-AR" noProof="0"/>
              <a:t>Quinto nivel de texto</a:t>
            </a:r>
          </a:p>
        </p:txBody>
      </p:sp>
      <p:sp>
        <p:nvSpPr>
          <p:cNvPr id="14" name="Content Placeholder 3">
            <a:extLst>
              <a:ext uri="{FF2B5EF4-FFF2-40B4-BE49-F238E27FC236}">
                <a16:creationId xmlns:a16="http://schemas.microsoft.com/office/drawing/2014/main" id="{780032CE-4E8E-44AB-ABAB-05EC0C3F111C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5389684" y="285455"/>
            <a:ext cx="5922981" cy="6209727"/>
          </a:xfrm>
        </p:spPr>
        <p:txBody>
          <a:bodyPr/>
          <a:lstStyle>
            <a:lvl1pPr>
              <a:buClr>
                <a:srgbClr val="292C63"/>
              </a:buClr>
              <a:defRPr/>
            </a:lvl1pPr>
            <a:lvl2pPr>
              <a:buClr>
                <a:srgbClr val="292C63"/>
              </a:buClr>
              <a:defRPr/>
            </a:lvl2pPr>
            <a:lvl3pPr>
              <a:buClr>
                <a:srgbClr val="292C63"/>
              </a:buClr>
              <a:defRPr/>
            </a:lvl3pPr>
            <a:lvl4pPr>
              <a:buClr>
                <a:srgbClr val="292C63"/>
              </a:buClr>
              <a:defRPr/>
            </a:lvl4pPr>
            <a:lvl5pPr>
              <a:buClr>
                <a:srgbClr val="292C63"/>
              </a:buClr>
              <a:defRPr/>
            </a:lvl5pPr>
          </a:lstStyle>
          <a:p>
            <a:pPr lvl="0"/>
            <a:r>
              <a:rPr lang="es-AR" noProof="0"/>
              <a:t>Primer nivel de texto</a:t>
            </a:r>
          </a:p>
          <a:p>
            <a:pPr lvl="1"/>
            <a:r>
              <a:rPr lang="es-AR" noProof="0"/>
              <a:t>Segundo nivel de texto</a:t>
            </a:r>
          </a:p>
          <a:p>
            <a:pPr lvl="2"/>
            <a:r>
              <a:rPr lang="es-AR" noProof="0"/>
              <a:t>Tercer nivel de texto</a:t>
            </a:r>
          </a:p>
          <a:p>
            <a:pPr lvl="3"/>
            <a:r>
              <a:rPr lang="es-AR" noProof="0"/>
              <a:t>Cuarto nivel de texto</a:t>
            </a:r>
          </a:p>
          <a:p>
            <a:pPr lvl="4"/>
            <a:r>
              <a:rPr lang="es-AR" noProof="0"/>
              <a:t>Quinto nivel de texto</a:t>
            </a:r>
          </a:p>
        </p:txBody>
      </p:sp>
      <p:sp>
        <p:nvSpPr>
          <p:cNvPr id="15" name="Title Placeholder 1">
            <a:extLst>
              <a:ext uri="{FF2B5EF4-FFF2-40B4-BE49-F238E27FC236}">
                <a16:creationId xmlns:a16="http://schemas.microsoft.com/office/drawing/2014/main" id="{D71AFB65-6A38-4C7C-B52C-6CD55917F59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25518" y="260025"/>
            <a:ext cx="4246510" cy="558795"/>
          </a:xfrm>
          <a:prstGeom prst="rect">
            <a:avLst/>
          </a:prstGeom>
          <a:solidFill>
            <a:srgbClr val="E8E8E8"/>
          </a:solidFill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s-AR" noProof="0"/>
              <a:t>Titulo principal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10EBFF9B-B13F-F453-618E-8D8DB4FD9D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2740262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struct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CCD113BF-47AC-4E02-A54B-57D2F96D7415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525516" y="1283677"/>
            <a:ext cx="5998375" cy="5159699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b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3pPr>
            <a:lvl4pPr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4pPr>
            <a:lvl5pPr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32" name="Title Placeholder 1">
            <a:extLst>
              <a:ext uri="{FF2B5EF4-FFF2-40B4-BE49-F238E27FC236}">
                <a16:creationId xmlns:a16="http://schemas.microsoft.com/office/drawing/2014/main" id="{8BB9096B-EF1A-4C1A-ABCB-4FAACBE8AE9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25517" y="260025"/>
            <a:ext cx="11118921" cy="558795"/>
          </a:xfrm>
          <a:prstGeom prst="rect">
            <a:avLst/>
          </a:prstGeom>
          <a:solidFill>
            <a:srgbClr val="E8E8E8"/>
          </a:solidFill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s-AR" noProof="0"/>
              <a:t>Titulo principal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DC3D0A7B-EB54-096C-15D0-CDC55A669B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22559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radecimie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CCD113BF-47AC-4E02-A54B-57D2F96D7415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525517" y="1318848"/>
            <a:ext cx="5251030" cy="5124528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b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3pPr>
            <a:lvl4pPr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4pPr>
            <a:lvl5pPr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38AEA55B-635D-420F-8A84-6C51400C6D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517" y="252177"/>
            <a:ext cx="9782265" cy="558795"/>
          </a:xfrm>
          <a:solidFill>
            <a:srgbClr val="E8E8E8"/>
          </a:solidFill>
          <a:ln>
            <a:noFill/>
          </a:ln>
        </p:spPr>
        <p:txBody>
          <a:bodyPr>
            <a:normAutofit/>
          </a:bodyPr>
          <a:lstStyle>
            <a:lvl1pPr>
              <a:lnSpc>
                <a:spcPct val="100000"/>
              </a:lnSpc>
              <a:defRPr sz="3400"/>
            </a:lvl1pPr>
          </a:lstStyle>
          <a:p>
            <a:r>
              <a:rPr lang="en-US" sz="3600"/>
              <a:t>Click to edit Master title style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B63476A-B6BC-4361-A1C1-7E2231E8C9A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261437" y="1829393"/>
            <a:ext cx="5566430" cy="4166961"/>
          </a:xfrm>
          <a:prstGeom prst="rect">
            <a:avLst/>
          </a:prstGeom>
        </p:spPr>
      </p:pic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5597A914-B857-1E75-3D78-ED0C11DD6B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325808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25517" y="260025"/>
            <a:ext cx="11098924" cy="558795"/>
          </a:xfrm>
          <a:prstGeom prst="rect">
            <a:avLst/>
          </a:prstGeom>
          <a:solidFill>
            <a:srgbClr val="E8E8E8"/>
          </a:solidFill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s-AR" noProof="0"/>
              <a:t>Titulo principal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25517" y="1145628"/>
            <a:ext cx="11098924" cy="531823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AR" noProof="0"/>
              <a:t>Primer nivel de texto</a:t>
            </a:r>
          </a:p>
          <a:p>
            <a:pPr lvl="1"/>
            <a:r>
              <a:rPr lang="es-AR" noProof="0"/>
              <a:t>Segundo nivel de texto</a:t>
            </a:r>
          </a:p>
          <a:p>
            <a:pPr lvl="2"/>
            <a:r>
              <a:rPr lang="es-AR" noProof="0"/>
              <a:t>Tercer nivel de texto</a:t>
            </a:r>
          </a:p>
          <a:p>
            <a:pPr lvl="3"/>
            <a:r>
              <a:rPr lang="es-AR" noProof="0"/>
              <a:t>Cuarto nivel de texto</a:t>
            </a:r>
          </a:p>
          <a:p>
            <a:pPr lvl="4"/>
            <a:r>
              <a:rPr lang="es-AR" noProof="0"/>
              <a:t>Quinto nivel de texto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2E83C1D-FE9E-22A5-817E-D9E6EA04D2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17579" y="641541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872294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9" r:id="rId2"/>
    <p:sldLayoutId id="2147483662" r:id="rId3"/>
    <p:sldLayoutId id="2147483650" r:id="rId4"/>
    <p:sldLayoutId id="2147483667" r:id="rId5"/>
    <p:sldLayoutId id="2147483652" r:id="rId6"/>
    <p:sldLayoutId id="2147483668" r:id="rId7"/>
    <p:sldLayoutId id="2147483653" r:id="rId8"/>
    <p:sldLayoutId id="2147483655" r:id="rId9"/>
    <p:sldLayoutId id="2147483665" r:id="rId10"/>
    <p:sldLayoutId id="2147483666" r:id="rId11"/>
    <p:sldLayoutId id="2147483656" r:id="rId12"/>
    <p:sldLayoutId id="2147483661" r:id="rId13"/>
    <p:sldLayoutId id="2147483663" r:id="rId14"/>
  </p:sldLayoutIdLst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hf hdr="0" dt="0"/>
  <p:txStyles>
    <p:titleStyle>
      <a:lvl1pPr algn="l" defTabSz="914423" rtl="0" eaLnBrk="1" latinLnBrk="0" hangingPunct="1">
        <a:lnSpc>
          <a:spcPct val="90000"/>
        </a:lnSpc>
        <a:spcBef>
          <a:spcPct val="0"/>
        </a:spcBef>
        <a:buNone/>
        <a:defRPr sz="3400" b="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6" indent="-228606" algn="l" defTabSz="914423" rtl="0" eaLnBrk="1" latinLnBrk="0" hangingPunct="1">
        <a:lnSpc>
          <a:spcPct val="150000"/>
        </a:lnSpc>
        <a:spcBef>
          <a:spcPts val="1001"/>
        </a:spcBef>
        <a:buClr>
          <a:srgbClr val="292C63"/>
        </a:buClr>
        <a:buFont typeface="Arial" panose="020B0604020202020204" pitchFamily="34" charset="0"/>
        <a:buChar char="•"/>
        <a:defRPr sz="2200" kern="1200">
          <a:solidFill>
            <a:schemeClr val="bg2">
              <a:lumMod val="25000"/>
            </a:schemeClr>
          </a:solidFill>
          <a:latin typeface="+mn-lt"/>
          <a:ea typeface="+mn-ea"/>
          <a:cs typeface="+mn-cs"/>
        </a:defRPr>
      </a:lvl1pPr>
      <a:lvl2pPr marL="685818" indent="-228606" algn="l" defTabSz="914423" rtl="0" eaLnBrk="1" latinLnBrk="0" hangingPunct="1">
        <a:lnSpc>
          <a:spcPct val="150000"/>
        </a:lnSpc>
        <a:spcBef>
          <a:spcPts val="500"/>
        </a:spcBef>
        <a:buClr>
          <a:srgbClr val="292C63"/>
        </a:buClr>
        <a:buFont typeface="Arial" panose="020B0604020202020204" pitchFamily="34" charset="0"/>
        <a:buChar char="•"/>
        <a:defRPr sz="2000" kern="1200">
          <a:solidFill>
            <a:schemeClr val="bg2">
              <a:lumMod val="25000"/>
            </a:schemeClr>
          </a:solidFill>
          <a:latin typeface="+mn-lt"/>
          <a:ea typeface="+mn-ea"/>
          <a:cs typeface="+mn-cs"/>
        </a:defRPr>
      </a:lvl2pPr>
      <a:lvl3pPr marL="1143029" indent="-228606" algn="l" defTabSz="914423" rtl="0" eaLnBrk="1" latinLnBrk="0" hangingPunct="1">
        <a:lnSpc>
          <a:spcPct val="150000"/>
        </a:lnSpc>
        <a:spcBef>
          <a:spcPts val="500"/>
        </a:spcBef>
        <a:buClr>
          <a:srgbClr val="292C63"/>
        </a:buClr>
        <a:buFont typeface="Arial" panose="020B0604020202020204" pitchFamily="34" charset="0"/>
        <a:buChar char="•"/>
        <a:defRPr sz="1800" kern="1200">
          <a:solidFill>
            <a:schemeClr val="bg2">
              <a:lumMod val="25000"/>
            </a:schemeClr>
          </a:solidFill>
          <a:latin typeface="+mn-lt"/>
          <a:ea typeface="+mn-ea"/>
          <a:cs typeface="+mn-cs"/>
        </a:defRPr>
      </a:lvl3pPr>
      <a:lvl4pPr marL="1600241" indent="-228606" algn="l" defTabSz="914423" rtl="0" eaLnBrk="1" latinLnBrk="0" hangingPunct="1">
        <a:lnSpc>
          <a:spcPct val="150000"/>
        </a:lnSpc>
        <a:spcBef>
          <a:spcPts val="500"/>
        </a:spcBef>
        <a:buClr>
          <a:srgbClr val="292C63"/>
        </a:buClr>
        <a:buFont typeface="Arial" panose="020B0604020202020204" pitchFamily="34" charset="0"/>
        <a:buChar char="•"/>
        <a:defRPr sz="1600" kern="1200">
          <a:solidFill>
            <a:schemeClr val="bg2">
              <a:lumMod val="25000"/>
            </a:schemeClr>
          </a:solidFill>
          <a:latin typeface="+mn-lt"/>
          <a:ea typeface="+mn-ea"/>
          <a:cs typeface="+mn-cs"/>
        </a:defRPr>
      </a:lvl4pPr>
      <a:lvl5pPr marL="2057452" indent="-228606" algn="l" defTabSz="914423" rtl="0" eaLnBrk="1" latinLnBrk="0" hangingPunct="1">
        <a:lnSpc>
          <a:spcPct val="150000"/>
        </a:lnSpc>
        <a:spcBef>
          <a:spcPts val="500"/>
        </a:spcBef>
        <a:buClr>
          <a:srgbClr val="292C63"/>
        </a:buClr>
        <a:buFont typeface="Arial" panose="020B0604020202020204" pitchFamily="34" charset="0"/>
        <a:buChar char="•"/>
        <a:defRPr sz="1400" kern="1200">
          <a:solidFill>
            <a:schemeClr val="bg2">
              <a:lumMod val="25000"/>
            </a:schemeClr>
          </a:solidFill>
          <a:latin typeface="+mn-lt"/>
          <a:ea typeface="+mn-ea"/>
          <a:cs typeface="+mn-cs"/>
        </a:defRPr>
      </a:lvl5pPr>
      <a:lvl6pPr marL="2286057" indent="0" algn="l" defTabSz="91442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801" kern="1200">
          <a:solidFill>
            <a:schemeClr val="tx1"/>
          </a:solidFill>
          <a:latin typeface="+mn-lt"/>
          <a:ea typeface="+mn-ea"/>
          <a:cs typeface="+mn-cs"/>
        </a:defRPr>
      </a:lvl6pPr>
      <a:lvl7pPr marL="2971875" indent="-228606" algn="l" defTabSz="91442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7pPr>
      <a:lvl8pPr marL="3429086" indent="-228606" algn="l" defTabSz="91442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8pPr>
      <a:lvl9pPr marL="3886298" indent="-228606" algn="l" defTabSz="91442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AR"/>
      </a:defPPr>
      <a:lvl1pPr marL="0" algn="l" defTabSz="914423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1pPr>
      <a:lvl2pPr marL="457211" algn="l" defTabSz="914423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2pPr>
      <a:lvl3pPr marL="914423" algn="l" defTabSz="914423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3pPr>
      <a:lvl4pPr marL="1371634" algn="l" defTabSz="914423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4pPr>
      <a:lvl5pPr marL="1828846" algn="l" defTabSz="914423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5pPr>
      <a:lvl6pPr marL="2286057" algn="l" defTabSz="914423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6pPr>
      <a:lvl7pPr marL="2743269" algn="l" defTabSz="914423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7pPr>
      <a:lvl8pPr marL="3200480" algn="l" defTabSz="914423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8pPr>
      <a:lvl9pPr marL="3657691" algn="l" defTabSz="914423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9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9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9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9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446323-3A3F-AED4-62B6-C6D1D45F4D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green computer with balloons and text&#10;&#10;AI-generated content may be incorrect.">
            <a:extLst>
              <a:ext uri="{FF2B5EF4-FFF2-40B4-BE49-F238E27FC236}">
                <a16:creationId xmlns:a16="http://schemas.microsoft.com/office/drawing/2014/main" id="{252AE6DA-5E96-71C4-64E5-07A2DC5F860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912054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83477F5-1497-4F56-BD8D-0FC7E1C58D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517" y="260025"/>
            <a:ext cx="11118921" cy="1023652"/>
          </a:xfrm>
        </p:spPr>
        <p:txBody>
          <a:bodyPr/>
          <a:lstStyle/>
          <a:p>
            <a:r>
              <a:rPr lang="es-AR" sz="6000" b="1" dirty="0"/>
              <a:t>Emiliano Montesdeoca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94F5278E-6B1F-8F37-8137-033B57F59B3F}"/>
              </a:ext>
            </a:extLst>
          </p:cNvPr>
          <p:cNvSpPr txBox="1">
            <a:spLocks/>
          </p:cNvSpPr>
          <p:nvPr/>
        </p:nvSpPr>
        <p:spPr>
          <a:xfrm>
            <a:off x="717995" y="1714148"/>
            <a:ext cx="5218105" cy="3877985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lvl1pPr algn="l" defTabSz="932742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3600" b="0" kern="1200" cap="none" spc="-50" baseline="0" dirty="0" smtClean="0">
                <a:ln w="3175">
                  <a:noFill/>
                </a:ln>
                <a:solidFill>
                  <a:schemeClr val="tx1"/>
                </a:solidFill>
                <a:effectLst/>
                <a:latin typeface="+mj-lt"/>
                <a:ea typeface="+mn-ea"/>
                <a:cs typeface="Segoe UI" pitchFamily="34" charset="0"/>
              </a:defRPr>
            </a:lvl1pPr>
          </a:lstStyle>
          <a:p>
            <a:pPr defTabSz="914367" fontAlgn="base">
              <a:spcAft>
                <a:spcPct val="0"/>
              </a:spcAft>
              <a:defRPr/>
            </a:pPr>
            <a:r>
              <a:rPr lang="it-IT" dirty="0">
                <a:latin typeface="Segoe UI Semibold"/>
              </a:rPr>
              <a:t>Me pueden llamar </a:t>
            </a:r>
            <a:r>
              <a:rPr lang="en-CA" b="1" u="sng" spc="0" dirty="0">
                <a:ln>
                  <a:noFill/>
                </a:ln>
              </a:rPr>
              <a:t>Emi</a:t>
            </a:r>
            <a:endParaRPr lang="it-IT" b="1" u="sng" dirty="0">
              <a:latin typeface="Segoe UI Semibold"/>
            </a:endParaRPr>
          </a:p>
          <a:p>
            <a:pPr defTabSz="914367" fontAlgn="base">
              <a:spcAft>
                <a:spcPct val="0"/>
              </a:spcAft>
              <a:defRPr/>
            </a:pPr>
            <a:r>
              <a:rPr lang="it-IT" dirty="0">
                <a:latin typeface="Segoe UI Semibold"/>
              </a:rPr>
              <a:t>Papá de las mas hermosa</a:t>
            </a:r>
          </a:p>
          <a:p>
            <a:pPr defTabSz="914367" fontAlgn="base">
              <a:spcAft>
                <a:spcPct val="0"/>
              </a:spcAft>
              <a:defRPr/>
            </a:pPr>
            <a:r>
              <a:rPr lang="it-IT" dirty="0">
                <a:latin typeface="Segoe UI Semibold"/>
              </a:rPr>
              <a:t>Cloud Dev Team Lead</a:t>
            </a:r>
          </a:p>
          <a:p>
            <a:pPr defTabSz="914367" fontAlgn="base">
              <a:spcAft>
                <a:spcPct val="0"/>
              </a:spcAft>
              <a:defRPr/>
            </a:pPr>
            <a:r>
              <a:rPr lang="it-IT" dirty="0">
                <a:latin typeface="Segoe UI Semibold"/>
              </a:rPr>
              <a:t>Microsoft MVP ~2022</a:t>
            </a:r>
          </a:p>
          <a:p>
            <a:pPr defTabSz="914367" fontAlgn="base">
              <a:spcAft>
                <a:spcPct val="0"/>
              </a:spcAft>
              <a:defRPr/>
            </a:pPr>
            <a:r>
              <a:rPr lang="en-CA" b="1" spc="0" dirty="0" err="1">
                <a:ln>
                  <a:noFill/>
                </a:ln>
              </a:rPr>
              <a:t>Uruguayo</a:t>
            </a:r>
            <a:r>
              <a:rPr lang="it-IT" dirty="0">
                <a:latin typeface="Segoe UI Semibold"/>
              </a:rPr>
              <a:t> + Español</a:t>
            </a:r>
          </a:p>
          <a:p>
            <a:pPr defTabSz="914367" fontAlgn="base">
              <a:spcAft>
                <a:spcPct val="0"/>
              </a:spcAft>
              <a:defRPr/>
            </a:pPr>
            <a:r>
              <a:rPr lang="en-CA" b="1" spc="0" dirty="0">
                <a:ln>
                  <a:noFill/>
                </a:ln>
              </a:rPr>
              <a:t>X: @emimontesdocaa</a:t>
            </a:r>
          </a:p>
          <a:p>
            <a:pPr defTabSz="914367" fontAlgn="base">
              <a:spcAft>
                <a:spcPct val="0"/>
              </a:spcAft>
              <a:defRPr/>
            </a:pPr>
            <a:endParaRPr lang="it-IT" dirty="0">
              <a:latin typeface="Segoe UI Semibold"/>
            </a:endParaRPr>
          </a:p>
        </p:txBody>
      </p:sp>
      <p:pic>
        <p:nvPicPr>
          <p:cNvPr id="6" name="Picture 5" descr="A person leaning on a railing at night&#10;&#10;AI-generated content may be incorrect.">
            <a:extLst>
              <a:ext uri="{FF2B5EF4-FFF2-40B4-BE49-F238E27FC236}">
                <a16:creationId xmlns:a16="http://schemas.microsoft.com/office/drawing/2014/main" id="{F10D14BC-AF0E-AAE2-77E1-9743A1F12CE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2025" t="33659" r="25488"/>
          <a:stretch>
            <a:fillRect/>
          </a:stretch>
        </p:blipFill>
        <p:spPr>
          <a:xfrm>
            <a:off x="7149202" y="1661836"/>
            <a:ext cx="3962400" cy="464026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9678B5F-6695-4494-013B-154486D085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7995" y="5305297"/>
            <a:ext cx="2650951" cy="106300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FEDC0DB-DC27-8B89-5616-E7BA7C64137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36842" y="5305296"/>
            <a:ext cx="2408691" cy="1063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189578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787E32-04FA-A845-A7EB-C4F800F1A4E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ES" b="1" dirty="0" err="1"/>
              <a:t>Semantic</a:t>
            </a:r>
            <a:r>
              <a:rPr lang="es-ES" b="1" dirty="0"/>
              <a:t> </a:t>
            </a:r>
            <a:r>
              <a:rPr lang="es-ES" b="1" dirty="0" err="1"/>
              <a:t>Kernel</a:t>
            </a:r>
            <a:r>
              <a:rPr lang="es-ES" b="1" dirty="0"/>
              <a:t>: Revoluciona tus aplicaciones empresariales con IA nativa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A071C9A-FA6C-C574-7681-7DC823304EF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s-AR" dirty="0"/>
              <a:t>Hablando siempre de IA….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96D08F0-5A0C-D751-EA6D-B65A03ECFD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334540"/>
            <a:ext cx="1553337" cy="52346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E16264F-36B4-3E26-372A-0489FC01B3A5}"/>
              </a:ext>
            </a:extLst>
          </p:cNvPr>
          <p:cNvSpPr txBox="1"/>
          <p:nvPr/>
        </p:nvSpPr>
        <p:spPr>
          <a:xfrm>
            <a:off x="9749117" y="6383053"/>
            <a:ext cx="23038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@emimontesdeocaa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62986753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ECE8D6-CF40-26E5-05E2-A36ECB581FCF}"/>
              </a:ext>
            </a:extLst>
          </p:cNvPr>
          <p:cNvSpPr txBox="1">
            <a:spLocks/>
          </p:cNvSpPr>
          <p:nvPr/>
        </p:nvSpPr>
        <p:spPr>
          <a:xfrm>
            <a:off x="999468" y="2593046"/>
            <a:ext cx="10372164" cy="923330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lvl1pPr algn="l" defTabSz="932742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3600" b="0" kern="1200" cap="none" spc="-50" baseline="0" dirty="0" smtClean="0">
                <a:ln w="3175">
                  <a:noFill/>
                </a:ln>
                <a:solidFill>
                  <a:schemeClr val="tx1"/>
                </a:solidFill>
                <a:effectLst/>
                <a:latin typeface="+mj-lt"/>
                <a:ea typeface="+mn-ea"/>
                <a:cs typeface="Segoe UI" pitchFamily="34" charset="0"/>
              </a:defRPr>
            </a:lvl1pPr>
          </a:lstStyle>
          <a:p>
            <a:pPr algn="ctr" defTabSz="914367" fontAlgn="base">
              <a:spcAft>
                <a:spcPct val="0"/>
              </a:spcAft>
              <a:defRPr/>
            </a:pPr>
            <a:r>
              <a:rPr lang="it-IT" sz="6000" dirty="0">
                <a:latin typeface="Segoe UI Semibold"/>
              </a:rPr>
              <a:t>¿Como le meto </a:t>
            </a:r>
            <a:r>
              <a:rPr lang="it-IT" sz="6000" dirty="0">
                <a:solidFill>
                  <a:schemeClr val="accent6"/>
                </a:solidFill>
                <a:latin typeface="Segoe UI Semibold"/>
              </a:rPr>
              <a:t>IA</a:t>
            </a:r>
            <a:r>
              <a:rPr lang="it-IT" sz="6000" dirty="0">
                <a:latin typeface="Segoe UI Semibold"/>
              </a:rPr>
              <a:t> a mi app?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598A15F-760F-5B32-F40B-26C3B4AC0C27}"/>
              </a:ext>
            </a:extLst>
          </p:cNvPr>
          <p:cNvSpPr txBox="1"/>
          <p:nvPr/>
        </p:nvSpPr>
        <p:spPr>
          <a:xfrm>
            <a:off x="2442883" y="4146760"/>
            <a:ext cx="7306234" cy="492443"/>
          </a:xfrm>
          <a:prstGeom prst="rect">
            <a:avLst/>
          </a:prstGeom>
          <a:ln w="12700">
            <a:noFill/>
            <a:headEnd type="non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lvl="0" algn="ctr" defTabSz="914367" fontAlgn="base">
              <a:spcBef>
                <a:spcPts val="600"/>
              </a:spcBef>
              <a:spcAft>
                <a:spcPct val="0"/>
              </a:spcAft>
              <a:defRPr sz="3200" b="1">
                <a:gradFill>
                  <a:gsLst>
                    <a:gs pos="1786">
                      <a:srgbClr val="8DC8E8"/>
                    </a:gs>
                    <a:gs pos="10920">
                      <a:srgbClr val="8DC8E8"/>
                    </a:gs>
                  </a:gsLst>
                  <a:lin ang="5400000" scaled="1"/>
                </a:gradFill>
                <a:latin typeface="+mj-lt"/>
              </a:defRPr>
            </a:lvl1pPr>
          </a:lstStyle>
          <a:p>
            <a:pPr marL="0" marR="0" lvl="0" indent="0" algn="ctr" defTabSz="914367" rtl="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3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egoe UI Semibold"/>
                <a:ea typeface="+mn-ea"/>
                <a:cs typeface="+mn-cs"/>
              </a:rPr>
              <a:t>Tu jefe </a:t>
            </a:r>
            <a:r>
              <a:rPr kumimoji="0" lang="en-CA" sz="32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egoe UI Semibold"/>
                <a:ea typeface="+mn-ea"/>
                <a:cs typeface="+mn-cs"/>
              </a:rPr>
              <a:t>probablemente</a:t>
            </a:r>
            <a:r>
              <a:rPr kumimoji="0" lang="en-CA" sz="3200" b="1" i="0" u="none" strike="noStrike" kern="120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egoe UI Semibold"/>
                <a:ea typeface="+mn-ea"/>
                <a:cs typeface="+mn-cs"/>
              </a:rPr>
              <a:t> </a:t>
            </a:r>
            <a:r>
              <a:rPr kumimoji="0" lang="en-CA" sz="3200" b="1" i="0" u="none" strike="noStrike" kern="1200" cap="none" spc="0" normalizeH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egoe UI Semibold"/>
                <a:ea typeface="+mn-ea"/>
                <a:cs typeface="+mn-cs"/>
              </a:rPr>
              <a:t>cada</a:t>
            </a:r>
            <a:r>
              <a:rPr kumimoji="0" lang="en-CA" sz="3200" b="1" i="0" u="none" strike="noStrike" kern="120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egoe UI Semibold"/>
                <a:ea typeface="+mn-ea"/>
                <a:cs typeface="+mn-cs"/>
              </a:rPr>
              <a:t> </a:t>
            </a:r>
            <a:r>
              <a:rPr kumimoji="0" lang="en-CA" sz="3200" b="1" i="0" u="none" strike="noStrike" kern="1200" cap="none" spc="0" normalizeH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egoe UI Semibold"/>
                <a:ea typeface="+mn-ea"/>
                <a:cs typeface="+mn-cs"/>
              </a:rPr>
              <a:t>semana</a:t>
            </a:r>
            <a:endParaRPr kumimoji="0" lang="en-CA" sz="32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Segoe UI Semibold"/>
              <a:ea typeface="+mn-ea"/>
              <a:cs typeface="+mn-cs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18D67C1-270D-C837-CBE0-E09171616B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334540"/>
            <a:ext cx="1553337" cy="52346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762B25A-5DC8-1D0A-473D-850B98568264}"/>
              </a:ext>
            </a:extLst>
          </p:cNvPr>
          <p:cNvSpPr txBox="1"/>
          <p:nvPr/>
        </p:nvSpPr>
        <p:spPr>
          <a:xfrm>
            <a:off x="9749117" y="6383053"/>
            <a:ext cx="23038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@emimontesdeocaa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13347790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7">
            <a:extLst>
              <a:ext uri="{FF2B5EF4-FFF2-40B4-BE49-F238E27FC236}">
                <a16:creationId xmlns:a16="http://schemas.microsoft.com/office/drawing/2014/main" id="{23EAAF97-5948-347E-3745-791A16DAB7E5}"/>
              </a:ext>
            </a:extLst>
          </p:cNvPr>
          <p:cNvSpPr txBox="1">
            <a:spLocks/>
          </p:cNvSpPr>
          <p:nvPr/>
        </p:nvSpPr>
        <p:spPr>
          <a:xfrm>
            <a:off x="453475" y="2367061"/>
            <a:ext cx="5068284" cy="2716180"/>
          </a:xfrm>
          <a:prstGeom prst="rect">
            <a:avLst/>
          </a:prstGeom>
        </p:spPr>
        <p:txBody>
          <a:bodyPr/>
          <a:lstStyle>
            <a:lvl1pPr marL="0" marR="0" indent="0" algn="l" defTabSz="932742" rtl="0" eaLnBrk="1" fontAlgn="auto" latinLnBrk="0" hangingPunct="1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  <a:defRPr sz="2400" kern="1200" spc="0" baseline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  <a:lvl2pPr marL="0" marR="0" indent="0" algn="l" defTabSz="93274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Pct val="90000"/>
              <a:buFont typeface="Wingdings" panose="05000000000000000000" pitchFamily="2" charset="2"/>
              <a:buNone/>
              <a:tabLst/>
              <a:defRPr sz="18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2pPr>
            <a:lvl3pPr marL="0" marR="0" indent="0" algn="l" defTabSz="93274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Pct val="90000"/>
              <a:buFont typeface="Wingdings" panose="05000000000000000000" pitchFamily="2" charset="2"/>
              <a:buNone/>
              <a:tabLst/>
              <a:defRPr sz="14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3pPr>
            <a:lvl4pPr marL="0" marR="0" indent="0" algn="l" defTabSz="932742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Pct val="90000"/>
              <a:buFont typeface="Wingdings" panose="05000000000000000000" pitchFamily="2" charset="2"/>
              <a:buNone/>
              <a:tabLst/>
              <a:defRPr sz="1200" kern="0" cap="all" spc="100" baseline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0" marR="0" indent="0" algn="l" defTabSz="93274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Pct val="90000"/>
              <a:buFont typeface="Wingdings" panose="05000000000000000000" pitchFamily="2" charset="2"/>
              <a:buNone/>
              <a:tabLst/>
              <a:defRPr sz="12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5pPr>
            <a:lvl6pPr marL="2565040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31412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97783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64155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marR="0" lvl="1" indent="-457200" algn="l" defTabSz="93271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Pct val="90000"/>
              <a:buFont typeface="Arial" panose="020B0604020202020204" pitchFamily="34" charset="0"/>
              <a:buChar char="•"/>
              <a:tabLst/>
              <a:defRPr/>
            </a:pPr>
            <a:r>
              <a:rPr lang="en-GB" sz="3200" dirty="0" err="1">
                <a:solidFill>
                  <a:schemeClr val="tx1"/>
                </a:solidFill>
                <a:latin typeface="Segoe UI"/>
                <a:sym typeface="Arial"/>
              </a:rPr>
              <a:t>Interacciones</a:t>
            </a:r>
            <a:r>
              <a:rPr lang="en-GB" sz="3200" dirty="0">
                <a:solidFill>
                  <a:schemeClr val="tx1"/>
                </a:solidFill>
                <a:latin typeface="Segoe UI"/>
                <a:sym typeface="Arial"/>
              </a:rPr>
              <a:t> </a:t>
            </a:r>
            <a:r>
              <a:rPr lang="en-GB" sz="3200" b="1" dirty="0" err="1">
                <a:solidFill>
                  <a:schemeClr val="tx1"/>
                </a:solidFill>
                <a:latin typeface="Segoe UI"/>
                <a:sym typeface="Arial"/>
              </a:rPr>
              <a:t>roboticas</a:t>
            </a:r>
            <a:endParaRPr lang="en-GB" sz="3200" b="1" dirty="0">
              <a:solidFill>
                <a:schemeClr val="tx1"/>
              </a:solidFill>
              <a:latin typeface="Segoe UI"/>
              <a:sym typeface="Arial"/>
            </a:endParaRPr>
          </a:p>
          <a:p>
            <a:pPr marL="457200" marR="0" lvl="1" indent="-457200" algn="l" defTabSz="93271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Pct val="90000"/>
              <a:buFont typeface="Arial" panose="020B0604020202020204" pitchFamily="34" charset="0"/>
              <a:buChar char="•"/>
              <a:tabLst/>
              <a:defRPr/>
            </a:pPr>
            <a:r>
              <a:rPr lang="en-GB" sz="3200" dirty="0">
                <a:solidFill>
                  <a:schemeClr val="tx1"/>
                </a:solidFill>
                <a:latin typeface="Segoe UI"/>
                <a:sym typeface="Arial"/>
              </a:rPr>
              <a:t>El </a:t>
            </a:r>
            <a:r>
              <a:rPr lang="en-GB" sz="3200" dirty="0" err="1">
                <a:solidFill>
                  <a:schemeClr val="tx1"/>
                </a:solidFill>
                <a:latin typeface="Segoe UI"/>
                <a:sym typeface="Arial"/>
              </a:rPr>
              <a:t>código</a:t>
            </a:r>
            <a:r>
              <a:rPr lang="en-GB" sz="3200" dirty="0">
                <a:solidFill>
                  <a:schemeClr val="tx1"/>
                </a:solidFill>
                <a:latin typeface="Segoe UI"/>
                <a:sym typeface="Arial"/>
              </a:rPr>
              <a:t> es </a:t>
            </a:r>
            <a:r>
              <a:rPr lang="en-GB" sz="3200" dirty="0" err="1">
                <a:solidFill>
                  <a:schemeClr val="tx1"/>
                </a:solidFill>
                <a:latin typeface="Segoe UI"/>
                <a:sym typeface="Arial"/>
              </a:rPr>
              <a:t>fijo</a:t>
            </a:r>
            <a:endParaRPr lang="en-GB" sz="3200" dirty="0">
              <a:solidFill>
                <a:schemeClr val="tx1"/>
              </a:solidFill>
              <a:latin typeface="Segoe UI"/>
              <a:sym typeface="Arial"/>
            </a:endParaRPr>
          </a:p>
          <a:p>
            <a:pPr marL="457200" marR="0" lvl="1" indent="-457200" algn="l" defTabSz="93271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Pct val="90000"/>
              <a:buFont typeface="Arial" panose="020B0604020202020204" pitchFamily="34" charset="0"/>
              <a:buChar char="•"/>
              <a:tabLst/>
              <a:defRPr/>
            </a:pPr>
            <a:r>
              <a:rPr lang="en-GB" sz="3200" dirty="0">
                <a:solidFill>
                  <a:schemeClr val="tx1"/>
                </a:solidFill>
                <a:latin typeface="Segoe UI"/>
                <a:sym typeface="Arial"/>
              </a:rPr>
              <a:t>No hay “</a:t>
            </a:r>
            <a:r>
              <a:rPr lang="en-GB" sz="3200" b="1" dirty="0" err="1">
                <a:solidFill>
                  <a:schemeClr val="tx1"/>
                </a:solidFill>
                <a:latin typeface="Segoe UI"/>
                <a:sym typeface="Arial"/>
              </a:rPr>
              <a:t>inteligencia</a:t>
            </a:r>
            <a:r>
              <a:rPr lang="en-GB" sz="3200" b="1" dirty="0">
                <a:solidFill>
                  <a:schemeClr val="tx1"/>
                </a:solidFill>
                <a:latin typeface="Segoe UI"/>
                <a:sym typeface="Arial"/>
              </a:rPr>
              <a:t> natural</a:t>
            </a:r>
            <a:r>
              <a:rPr lang="en-GB" sz="3200" dirty="0">
                <a:solidFill>
                  <a:schemeClr val="tx1"/>
                </a:solidFill>
                <a:latin typeface="Segoe UI"/>
                <a:sym typeface="Arial"/>
              </a:rPr>
              <a:t>” </a:t>
            </a:r>
          </a:p>
          <a:p>
            <a:pPr marL="457200" marR="0" lvl="1" indent="-457200" algn="l" defTabSz="93271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Pct val="90000"/>
              <a:buFont typeface="Arial" panose="020B0604020202020204" pitchFamily="34" charset="0"/>
              <a:buChar char="•"/>
              <a:tabLst/>
              <a:defRPr/>
            </a:pPr>
            <a:r>
              <a:rPr lang="en-GB" sz="3200" dirty="0" err="1">
                <a:solidFill>
                  <a:schemeClr val="tx1"/>
                </a:solidFill>
                <a:latin typeface="Segoe UI"/>
                <a:sym typeface="Arial"/>
              </a:rPr>
              <a:t>Hacer</a:t>
            </a:r>
            <a:r>
              <a:rPr lang="en-GB" sz="3200" dirty="0">
                <a:solidFill>
                  <a:schemeClr val="tx1"/>
                </a:solidFill>
                <a:latin typeface="Segoe UI"/>
                <a:sym typeface="Arial"/>
              </a:rPr>
              <a:t> un </a:t>
            </a:r>
            <a:r>
              <a:rPr lang="es-ES" sz="3200" dirty="0">
                <a:solidFill>
                  <a:schemeClr val="tx1"/>
                </a:solidFill>
                <a:latin typeface="Segoe UI"/>
                <a:sym typeface="Arial"/>
              </a:rPr>
              <a:t>cambio</a:t>
            </a:r>
            <a:r>
              <a:rPr lang="en-GB" sz="3200" dirty="0">
                <a:solidFill>
                  <a:schemeClr val="tx1"/>
                </a:solidFill>
                <a:latin typeface="Segoe UI"/>
                <a:sym typeface="Arial"/>
              </a:rPr>
              <a:t> es </a:t>
            </a:r>
            <a:r>
              <a:rPr lang="en-GB" sz="3200" dirty="0" err="1">
                <a:solidFill>
                  <a:schemeClr val="tx1"/>
                </a:solidFill>
                <a:latin typeface="Segoe UI"/>
                <a:sym typeface="Arial"/>
              </a:rPr>
              <a:t>complejo</a:t>
            </a:r>
            <a:endParaRPr lang="en-GB" sz="3200" dirty="0">
              <a:solidFill>
                <a:schemeClr val="tx1"/>
              </a:solidFill>
              <a:latin typeface="Segoe UI"/>
              <a:sym typeface="Arial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0D291A6D-E333-D407-F47A-353EEFC8C11F}"/>
              </a:ext>
            </a:extLst>
          </p:cNvPr>
          <p:cNvSpPr txBox="1">
            <a:spLocks/>
          </p:cNvSpPr>
          <p:nvPr/>
        </p:nvSpPr>
        <p:spPr>
          <a:xfrm>
            <a:off x="171089" y="995473"/>
            <a:ext cx="5829678" cy="553998"/>
          </a:xfrm>
          <a:prstGeom prst="rect">
            <a:avLst/>
          </a:prstGeom>
        </p:spPr>
        <p:txBody>
          <a:bodyPr/>
          <a:lstStyle>
            <a:lvl1pPr algn="l" defTabSz="914423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400" b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b="1" dirty="0"/>
              <a:t>¿Que es lo que </a:t>
            </a:r>
            <a:r>
              <a:rPr lang="en-GB" b="1" dirty="0" err="1"/>
              <a:t>tenemos</a:t>
            </a:r>
            <a:r>
              <a:rPr lang="en-GB" b="1" dirty="0"/>
              <a:t>?</a:t>
            </a:r>
            <a:endParaRPr lang="en-US" b="1" dirty="0"/>
          </a:p>
        </p:txBody>
      </p:sp>
      <p:sp>
        <p:nvSpPr>
          <p:cNvPr id="5" name="Text Placeholder 7">
            <a:extLst>
              <a:ext uri="{FF2B5EF4-FFF2-40B4-BE49-F238E27FC236}">
                <a16:creationId xmlns:a16="http://schemas.microsoft.com/office/drawing/2014/main" id="{11D17300-2361-EA7F-7415-7E9D41E65611}"/>
              </a:ext>
            </a:extLst>
          </p:cNvPr>
          <p:cNvSpPr txBox="1">
            <a:spLocks/>
          </p:cNvSpPr>
          <p:nvPr/>
        </p:nvSpPr>
        <p:spPr>
          <a:xfrm>
            <a:off x="6000767" y="2367061"/>
            <a:ext cx="5877336" cy="2716180"/>
          </a:xfrm>
          <a:prstGeom prst="rect">
            <a:avLst/>
          </a:prstGeom>
        </p:spPr>
        <p:txBody>
          <a:bodyPr/>
          <a:lstStyle>
            <a:lvl1pPr marL="0" marR="0" indent="0" algn="l" defTabSz="932742" rtl="0" eaLnBrk="1" fontAlgn="auto" latinLnBrk="0" hangingPunct="1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  <a:defRPr sz="2400" kern="1200" spc="0" baseline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  <a:lvl2pPr marL="0" marR="0" indent="0" algn="l" defTabSz="93274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Pct val="90000"/>
              <a:buFont typeface="Wingdings" panose="05000000000000000000" pitchFamily="2" charset="2"/>
              <a:buNone/>
              <a:tabLst/>
              <a:defRPr sz="18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2pPr>
            <a:lvl3pPr marL="0" marR="0" indent="0" algn="l" defTabSz="93274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Pct val="90000"/>
              <a:buFont typeface="Wingdings" panose="05000000000000000000" pitchFamily="2" charset="2"/>
              <a:buNone/>
              <a:tabLst/>
              <a:defRPr sz="14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3pPr>
            <a:lvl4pPr marL="0" marR="0" indent="0" algn="l" defTabSz="932742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Pct val="90000"/>
              <a:buFont typeface="Wingdings" panose="05000000000000000000" pitchFamily="2" charset="2"/>
              <a:buNone/>
              <a:tabLst/>
              <a:defRPr sz="1200" kern="0" cap="all" spc="100" baseline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0" marR="0" indent="0" algn="l" defTabSz="93274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Pct val="90000"/>
              <a:buFont typeface="Wingdings" panose="05000000000000000000" pitchFamily="2" charset="2"/>
              <a:buNone/>
              <a:tabLst/>
              <a:defRPr sz="12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5pPr>
            <a:lvl6pPr marL="2565040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31412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97783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64155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marR="0" lvl="1" indent="-457200" algn="l" defTabSz="93271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Pct val="90000"/>
              <a:buFont typeface="Arial" panose="020B0604020202020204" pitchFamily="34" charset="0"/>
              <a:buChar char="•"/>
              <a:tabLst/>
              <a:defRPr/>
            </a:pPr>
            <a:r>
              <a:rPr lang="en-GB" sz="3200" b="1" dirty="0" err="1">
                <a:solidFill>
                  <a:schemeClr val="tx1"/>
                </a:solidFill>
                <a:latin typeface="Segoe UI"/>
                <a:sym typeface="Arial"/>
              </a:rPr>
              <a:t>Interacción</a:t>
            </a:r>
            <a:r>
              <a:rPr lang="en-GB" sz="3200" dirty="0">
                <a:solidFill>
                  <a:schemeClr val="tx1"/>
                </a:solidFill>
                <a:latin typeface="Segoe UI"/>
                <a:sym typeface="Arial"/>
              </a:rPr>
              <a:t> </a:t>
            </a:r>
            <a:r>
              <a:rPr lang="en-GB" sz="3200" dirty="0" err="1">
                <a:solidFill>
                  <a:schemeClr val="tx1"/>
                </a:solidFill>
                <a:latin typeface="Segoe UI"/>
                <a:sym typeface="Arial"/>
              </a:rPr>
              <a:t>en</a:t>
            </a:r>
            <a:r>
              <a:rPr lang="en-GB" sz="3200" dirty="0">
                <a:solidFill>
                  <a:schemeClr val="tx1"/>
                </a:solidFill>
                <a:latin typeface="Segoe UI"/>
                <a:sym typeface="Arial"/>
              </a:rPr>
              <a:t> </a:t>
            </a:r>
            <a:r>
              <a:rPr lang="en-GB" sz="3200" dirty="0" err="1">
                <a:solidFill>
                  <a:schemeClr val="tx1"/>
                </a:solidFill>
                <a:latin typeface="Segoe UI"/>
                <a:sym typeface="Arial"/>
              </a:rPr>
              <a:t>lenguaje</a:t>
            </a:r>
            <a:r>
              <a:rPr lang="en-GB" sz="3200" dirty="0">
                <a:solidFill>
                  <a:schemeClr val="tx1"/>
                </a:solidFill>
                <a:latin typeface="Segoe UI"/>
                <a:sym typeface="Arial"/>
              </a:rPr>
              <a:t> natural</a:t>
            </a:r>
          </a:p>
          <a:p>
            <a:pPr marL="457200" marR="0" lvl="1" indent="-457200" algn="l" defTabSz="93271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Pct val="90000"/>
              <a:buFont typeface="Arial" panose="020B0604020202020204" pitchFamily="34" charset="0"/>
              <a:buChar char="•"/>
              <a:tabLst/>
              <a:defRPr/>
            </a:pPr>
            <a:r>
              <a:rPr lang="en-GB" sz="3200" dirty="0" err="1">
                <a:solidFill>
                  <a:schemeClr val="tx1"/>
                </a:solidFill>
                <a:latin typeface="Segoe UI"/>
                <a:sym typeface="Arial"/>
              </a:rPr>
              <a:t>Experiencias</a:t>
            </a:r>
            <a:r>
              <a:rPr lang="en-GB" sz="3200" dirty="0">
                <a:solidFill>
                  <a:schemeClr val="tx1"/>
                </a:solidFill>
                <a:latin typeface="Segoe UI"/>
                <a:sym typeface="Arial"/>
              </a:rPr>
              <a:t> </a:t>
            </a:r>
            <a:r>
              <a:rPr lang="en-GB" sz="3200" b="1" dirty="0" err="1">
                <a:solidFill>
                  <a:schemeClr val="tx1"/>
                </a:solidFill>
                <a:latin typeface="Segoe UI"/>
                <a:sym typeface="Arial"/>
              </a:rPr>
              <a:t>personalizadas</a:t>
            </a:r>
            <a:r>
              <a:rPr lang="en-GB" sz="3200" dirty="0">
                <a:solidFill>
                  <a:schemeClr val="tx1"/>
                </a:solidFill>
                <a:latin typeface="Segoe UI"/>
                <a:sym typeface="Arial"/>
              </a:rPr>
              <a:t> </a:t>
            </a:r>
            <a:r>
              <a:rPr lang="en-GB" sz="3200" dirty="0" err="1">
                <a:solidFill>
                  <a:schemeClr val="tx1"/>
                </a:solidFill>
                <a:latin typeface="Segoe UI"/>
                <a:sym typeface="Arial"/>
              </a:rPr>
              <a:t>basadas</a:t>
            </a:r>
            <a:r>
              <a:rPr lang="en-GB" sz="3200" dirty="0">
                <a:solidFill>
                  <a:schemeClr val="tx1"/>
                </a:solidFill>
                <a:latin typeface="Segoe UI"/>
                <a:sym typeface="Arial"/>
              </a:rPr>
              <a:t> </a:t>
            </a:r>
            <a:r>
              <a:rPr lang="en-GB" sz="3200" dirty="0" err="1">
                <a:solidFill>
                  <a:schemeClr val="tx1"/>
                </a:solidFill>
                <a:latin typeface="Segoe UI"/>
                <a:sym typeface="Arial"/>
              </a:rPr>
              <a:t>en</a:t>
            </a:r>
            <a:r>
              <a:rPr lang="en-GB" sz="3200" dirty="0">
                <a:solidFill>
                  <a:schemeClr val="tx1"/>
                </a:solidFill>
                <a:latin typeface="Segoe UI"/>
                <a:sym typeface="Arial"/>
              </a:rPr>
              <a:t> </a:t>
            </a:r>
            <a:r>
              <a:rPr lang="en-GB" sz="3200" dirty="0" err="1">
                <a:solidFill>
                  <a:schemeClr val="tx1"/>
                </a:solidFill>
                <a:latin typeface="Segoe UI"/>
                <a:sym typeface="Arial"/>
              </a:rPr>
              <a:t>datos</a:t>
            </a:r>
            <a:endParaRPr lang="en-GB" sz="3200" dirty="0">
              <a:solidFill>
                <a:schemeClr val="tx1"/>
              </a:solidFill>
              <a:latin typeface="Segoe UI"/>
              <a:sym typeface="Arial"/>
            </a:endParaRPr>
          </a:p>
          <a:p>
            <a:pPr marL="457200" marR="0" lvl="1" indent="-457200" algn="l" defTabSz="93271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Pct val="90000"/>
              <a:buFont typeface="Arial" panose="020B0604020202020204" pitchFamily="34" charset="0"/>
              <a:buChar char="•"/>
              <a:tabLst/>
              <a:defRPr/>
            </a:pPr>
            <a:r>
              <a:rPr lang="en-GB" sz="3200" dirty="0">
                <a:solidFill>
                  <a:schemeClr val="tx1"/>
                </a:solidFill>
                <a:latin typeface="Segoe UI"/>
                <a:sym typeface="Arial"/>
              </a:rPr>
              <a:t>Que </a:t>
            </a:r>
            <a:r>
              <a:rPr lang="en-GB" sz="3200" dirty="0" err="1">
                <a:solidFill>
                  <a:schemeClr val="tx1"/>
                </a:solidFill>
                <a:latin typeface="Segoe UI"/>
                <a:sym typeface="Arial"/>
              </a:rPr>
              <a:t>aprenda</a:t>
            </a:r>
            <a:r>
              <a:rPr lang="en-GB" sz="3200" dirty="0">
                <a:solidFill>
                  <a:schemeClr val="tx1"/>
                </a:solidFill>
                <a:latin typeface="Segoe UI"/>
                <a:sym typeface="Arial"/>
              </a:rPr>
              <a:t> y </a:t>
            </a:r>
            <a:r>
              <a:rPr lang="en-GB" sz="3200" dirty="0" err="1">
                <a:solidFill>
                  <a:schemeClr val="tx1"/>
                </a:solidFill>
                <a:latin typeface="Segoe UI"/>
                <a:sym typeface="Arial"/>
              </a:rPr>
              <a:t>mejore</a:t>
            </a:r>
            <a:r>
              <a:rPr lang="en-GB" sz="3200" dirty="0">
                <a:solidFill>
                  <a:schemeClr val="tx1"/>
                </a:solidFill>
                <a:latin typeface="Segoe UI"/>
                <a:sym typeface="Arial"/>
              </a:rPr>
              <a:t> </a:t>
            </a:r>
            <a:r>
              <a:rPr lang="en-GB" sz="3200" dirty="0" err="1">
                <a:solidFill>
                  <a:schemeClr val="tx1"/>
                </a:solidFill>
                <a:latin typeface="Segoe UI"/>
                <a:sym typeface="Arial"/>
              </a:rPr>
              <a:t>continuamente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Segoe UI"/>
              <a:ea typeface="+mn-ea"/>
              <a:cs typeface="+mn-cs"/>
              <a:sym typeface="Arial"/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8C73DD6C-208C-4D9E-A8ED-23497F39FB09}"/>
              </a:ext>
            </a:extLst>
          </p:cNvPr>
          <p:cNvSpPr txBox="1">
            <a:spLocks/>
          </p:cNvSpPr>
          <p:nvPr/>
        </p:nvSpPr>
        <p:spPr>
          <a:xfrm>
            <a:off x="5907609" y="991305"/>
            <a:ext cx="5970494" cy="553998"/>
          </a:xfrm>
          <a:prstGeom prst="rect">
            <a:avLst/>
          </a:prstGeom>
        </p:spPr>
        <p:txBody>
          <a:bodyPr/>
          <a:lstStyle>
            <a:lvl1pPr algn="l" defTabSz="914423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400" b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b="1" dirty="0"/>
              <a:t>¿Que es lo que </a:t>
            </a:r>
            <a:r>
              <a:rPr lang="en-GB" b="1" dirty="0" err="1"/>
              <a:t>queremos</a:t>
            </a:r>
            <a:r>
              <a:rPr lang="en-GB" b="1" dirty="0"/>
              <a:t>?</a:t>
            </a:r>
            <a:endParaRPr lang="en-US" b="1" dirty="0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7178E3DD-41B2-0F6D-44C0-7B56A450CD95}"/>
              </a:ext>
            </a:extLst>
          </p:cNvPr>
          <p:cNvCxnSpPr>
            <a:stCxn id="6" idx="2"/>
          </p:cNvCxnSpPr>
          <p:nvPr/>
        </p:nvCxnSpPr>
        <p:spPr>
          <a:xfrm>
            <a:off x="8892856" y="1545303"/>
            <a:ext cx="0" cy="81759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B1BF6F3C-2BDB-C021-DCFA-01957DF00F30}"/>
              </a:ext>
            </a:extLst>
          </p:cNvPr>
          <p:cNvCxnSpPr/>
          <p:nvPr/>
        </p:nvCxnSpPr>
        <p:spPr>
          <a:xfrm>
            <a:off x="2987617" y="1595854"/>
            <a:ext cx="0" cy="81759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10" name="Picture 9">
            <a:extLst>
              <a:ext uri="{FF2B5EF4-FFF2-40B4-BE49-F238E27FC236}">
                <a16:creationId xmlns:a16="http://schemas.microsoft.com/office/drawing/2014/main" id="{969F46FF-1AFE-2E32-624E-C490D0AA25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334540"/>
            <a:ext cx="1553337" cy="52346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8CD393D0-81AA-AC42-7E0C-295726B5A7C9}"/>
              </a:ext>
            </a:extLst>
          </p:cNvPr>
          <p:cNvSpPr txBox="1"/>
          <p:nvPr/>
        </p:nvSpPr>
        <p:spPr>
          <a:xfrm>
            <a:off x="9749117" y="6383053"/>
            <a:ext cx="23038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@emimontesdeocaa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40296461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/>
      <p:bldP spid="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7E0914-42AA-A6D0-D3FF-946E80BFF5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BFE6A0-3545-9833-CC2C-549759495194}"/>
              </a:ext>
            </a:extLst>
          </p:cNvPr>
          <p:cNvSpPr txBox="1">
            <a:spLocks/>
          </p:cNvSpPr>
          <p:nvPr/>
        </p:nvSpPr>
        <p:spPr>
          <a:xfrm>
            <a:off x="909918" y="2044005"/>
            <a:ext cx="10372164" cy="2769989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lvl1pPr algn="l" defTabSz="932742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3600" b="0" kern="1200" cap="none" spc="-50" baseline="0" dirty="0" smtClean="0">
                <a:ln w="3175">
                  <a:noFill/>
                </a:ln>
                <a:solidFill>
                  <a:schemeClr val="tx1"/>
                </a:solidFill>
                <a:effectLst/>
                <a:latin typeface="+mj-lt"/>
                <a:ea typeface="+mn-ea"/>
                <a:cs typeface="Segoe UI" pitchFamily="34" charset="0"/>
              </a:defRPr>
            </a:lvl1pPr>
          </a:lstStyle>
          <a:p>
            <a:pPr algn="ctr" defTabSz="914367" fontAlgn="base">
              <a:spcAft>
                <a:spcPct val="0"/>
              </a:spcAft>
              <a:defRPr/>
            </a:pPr>
            <a:r>
              <a:rPr lang="en-US" sz="6000" dirty="0">
                <a:latin typeface="Segoe UI Semibold"/>
                <a:cs typeface="Segoe UI"/>
              </a:rPr>
              <a:t>¿Como </a:t>
            </a:r>
            <a:r>
              <a:rPr lang="en-US" sz="6000" dirty="0" err="1">
                <a:latin typeface="Segoe UI Semibold"/>
                <a:cs typeface="Segoe UI"/>
              </a:rPr>
              <a:t>convierto</a:t>
            </a:r>
            <a:r>
              <a:rPr lang="en-US" sz="6000" dirty="0">
                <a:latin typeface="Segoe UI Semibold"/>
                <a:cs typeface="Segoe UI"/>
              </a:rPr>
              <a:t> mi </a:t>
            </a:r>
            <a:r>
              <a:rPr lang="en-US" sz="6000">
                <a:latin typeface="Segoe UI Semibold"/>
                <a:cs typeface="Segoe UI"/>
              </a:rPr>
              <a:t>aplicación</a:t>
            </a:r>
            <a:r>
              <a:rPr lang="en-US" sz="6000" dirty="0">
                <a:latin typeface="Segoe UI Semibold"/>
                <a:cs typeface="Segoe UI"/>
              </a:rPr>
              <a:t> </a:t>
            </a:r>
            <a:r>
              <a:rPr lang="en-US" sz="6000" spc="0" dirty="0">
                <a:ln>
                  <a:noFill/>
                </a:ln>
                <a:solidFill>
                  <a:schemeClr val="accent6"/>
                </a:solidFill>
                <a:latin typeface="Segoe UI Semibold"/>
              </a:rPr>
              <a:t>tonta</a:t>
            </a:r>
            <a:r>
              <a:rPr lang="en-US" sz="6000" dirty="0">
                <a:latin typeface="Segoe UI Semibold"/>
                <a:cs typeface="Segoe UI"/>
              </a:rPr>
              <a:t> </a:t>
            </a:r>
            <a:r>
              <a:rPr lang="en-US" sz="6000" dirty="0" err="1">
                <a:latin typeface="Segoe UI Semibold"/>
                <a:cs typeface="Segoe UI"/>
              </a:rPr>
              <a:t>en</a:t>
            </a:r>
            <a:r>
              <a:rPr lang="en-US" sz="6000" dirty="0">
                <a:latin typeface="Segoe UI Semibold"/>
                <a:cs typeface="Segoe UI"/>
              </a:rPr>
              <a:t> </a:t>
            </a:r>
            <a:r>
              <a:rPr lang="en-US" sz="6000" b="1" spc="0" dirty="0">
                <a:ln>
                  <a:noFill/>
                </a:ln>
                <a:solidFill>
                  <a:schemeClr val="accent6"/>
                </a:solidFill>
                <a:latin typeface="Segoe UI Semibold"/>
              </a:rPr>
              <a:t>inteligente</a:t>
            </a:r>
            <a:r>
              <a:rPr lang="en-US" sz="6000" dirty="0">
                <a:latin typeface="Segoe UI Semibold"/>
                <a:cs typeface="Segoe UI"/>
              </a:rPr>
              <a:t>? </a:t>
            </a:r>
            <a:endParaRPr lang="it-IT" sz="6000" dirty="0">
              <a:latin typeface="Segoe UI Semibold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2D0B56D-90E3-B6D5-7A19-508976C648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334540"/>
            <a:ext cx="1553337" cy="52346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E60933C-BBCE-D63A-CFA7-00E0ADC24C50}"/>
              </a:ext>
            </a:extLst>
          </p:cNvPr>
          <p:cNvSpPr txBox="1"/>
          <p:nvPr/>
        </p:nvSpPr>
        <p:spPr>
          <a:xfrm>
            <a:off x="9749117" y="6383053"/>
            <a:ext cx="23038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@emimontesdeocaa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32625328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CEFE80-A036-C255-A477-3BAA5E73EB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0AA5C00-3C9C-F978-0ABF-DAC965A62258}"/>
              </a:ext>
            </a:extLst>
          </p:cNvPr>
          <p:cNvSpPr txBox="1"/>
          <p:nvPr/>
        </p:nvSpPr>
        <p:spPr>
          <a:xfrm>
            <a:off x="2302955" y="4050124"/>
            <a:ext cx="7586089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8000" b="0" i="0" u="none" strike="noStrike" kern="1200" cap="none" spc="-50" normalizeH="0" baseline="0" noProof="0" dirty="0">
                <a:ln w="3175">
                  <a:noFill/>
                </a:ln>
                <a:effectLst/>
                <a:uLnTx/>
                <a:uFillTx/>
                <a:latin typeface="Segoe UI Semibold"/>
                <a:ea typeface="+mn-ea"/>
                <a:cs typeface="Segoe UI" pitchFamily="34" charset="0"/>
              </a:rPr>
              <a:t>Semantic Kernel</a:t>
            </a:r>
          </a:p>
        </p:txBody>
      </p:sp>
      <p:pic>
        <p:nvPicPr>
          <p:cNvPr id="4" name="Picture 2" descr="Semantic Kernel's new icon and the art of teamwork | Semantic Kernel">
            <a:extLst>
              <a:ext uri="{FF2B5EF4-FFF2-40B4-BE49-F238E27FC236}">
                <a16:creationId xmlns:a16="http://schemas.microsoft.com/office/drawing/2014/main" id="{4A75D561-25E9-2318-B0C5-798BA97C203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56094" y="1418176"/>
            <a:ext cx="2079812" cy="20798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91DEA46-770E-9802-4A7A-D7C3D3D42C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334540"/>
            <a:ext cx="1553337" cy="52346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87FA5BD-8B21-F747-E763-E7FF221C9EFC}"/>
              </a:ext>
            </a:extLst>
          </p:cNvPr>
          <p:cNvSpPr txBox="1"/>
          <p:nvPr/>
        </p:nvSpPr>
        <p:spPr>
          <a:xfrm>
            <a:off x="9749117" y="6383053"/>
            <a:ext cx="23038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@emimontesdeocaa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29442855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611069A-089A-8D76-AC70-9D92AE700FEF}"/>
              </a:ext>
            </a:extLst>
          </p:cNvPr>
          <p:cNvSpPr txBox="1"/>
          <p:nvPr/>
        </p:nvSpPr>
        <p:spPr>
          <a:xfrm>
            <a:off x="1194492" y="1230210"/>
            <a:ext cx="9803015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defTabSz="914367">
              <a:defRPr/>
            </a:pPr>
            <a:r>
              <a:rPr lang="es-ES" sz="4400" b="1" dirty="0" err="1">
                <a:solidFill>
                  <a:schemeClr val="accent6"/>
                </a:solidFill>
                <a:latin typeface="Segoe UI Semibold"/>
              </a:rPr>
              <a:t>Semantic</a:t>
            </a:r>
            <a:r>
              <a:rPr lang="es-ES" sz="4400" b="1" dirty="0">
                <a:solidFill>
                  <a:schemeClr val="accent6"/>
                </a:solidFill>
                <a:latin typeface="Segoe UI Semibold"/>
              </a:rPr>
              <a:t> </a:t>
            </a:r>
            <a:r>
              <a:rPr lang="es-ES" sz="4400" b="1" dirty="0" err="1">
                <a:solidFill>
                  <a:schemeClr val="accent6"/>
                </a:solidFill>
                <a:latin typeface="Segoe UI Semibold"/>
              </a:rPr>
              <a:t>kernel</a:t>
            </a:r>
            <a:r>
              <a:rPr lang="es-ES" sz="4400" b="1" dirty="0">
                <a:latin typeface="Segoe UI Semibold"/>
              </a:rPr>
              <a:t> es un kit de desarrollo ligero y de código abierto que le permite crear fácilmente agentes de </a:t>
            </a:r>
            <a:r>
              <a:rPr lang="es-ES" sz="4400" b="1" dirty="0">
                <a:solidFill>
                  <a:schemeClr val="accent6"/>
                </a:solidFill>
                <a:latin typeface="Segoe UI Semibold"/>
              </a:rPr>
              <a:t>inteligencia artificial</a:t>
            </a:r>
            <a:r>
              <a:rPr lang="es-ES" sz="4400" b="1" dirty="0">
                <a:latin typeface="Segoe UI Semibold"/>
              </a:rPr>
              <a:t> e </a:t>
            </a:r>
            <a:r>
              <a:rPr lang="es-ES" sz="4400" b="1" dirty="0">
                <a:solidFill>
                  <a:schemeClr val="accent6"/>
                </a:solidFill>
                <a:latin typeface="Segoe UI Semibold"/>
              </a:rPr>
              <a:t>integrar</a:t>
            </a:r>
            <a:r>
              <a:rPr lang="es-ES" sz="4400" b="1" dirty="0">
                <a:latin typeface="Segoe UI Semibold"/>
              </a:rPr>
              <a:t> los modelos de IA más recientes. </a:t>
            </a:r>
            <a:endParaRPr kumimoji="0" lang="en-US" sz="4400" b="1" i="0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Segoe UI Semibold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5A8A971-BBC8-E720-FC26-EA04F2B207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334540"/>
            <a:ext cx="1553337" cy="52346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6943DC2-3452-4D53-8BC3-75FA37198243}"/>
              </a:ext>
            </a:extLst>
          </p:cNvPr>
          <p:cNvSpPr txBox="1"/>
          <p:nvPr/>
        </p:nvSpPr>
        <p:spPr>
          <a:xfrm>
            <a:off x="9749117" y="6383053"/>
            <a:ext cx="23038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@emimontesdeocaa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56441059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7155086-E318-B1A1-8670-3A1B8D882057}"/>
              </a:ext>
            </a:extLst>
          </p:cNvPr>
          <p:cNvSpPr txBox="1"/>
          <p:nvPr/>
        </p:nvSpPr>
        <p:spPr>
          <a:xfrm>
            <a:off x="6715658" y="1436398"/>
            <a:ext cx="5089766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defTabSz="914367">
              <a:defRPr/>
            </a:pPr>
            <a:r>
              <a:rPr lang="es-ES" sz="4400" b="1" dirty="0">
                <a:latin typeface="Segoe UI Semibold"/>
              </a:rPr>
              <a:t>Sirve como un </a:t>
            </a:r>
            <a:r>
              <a:rPr lang="es-ES" sz="4400" b="1" dirty="0">
                <a:solidFill>
                  <a:schemeClr val="accent6"/>
                </a:solidFill>
                <a:latin typeface="Segoe UI Semibold"/>
              </a:rPr>
              <a:t>middleware</a:t>
            </a:r>
            <a:r>
              <a:rPr lang="es-ES" sz="4400" b="1" dirty="0">
                <a:solidFill>
                  <a:srgbClr val="8DE971"/>
                </a:solidFill>
                <a:latin typeface="Segoe UI Semibold"/>
              </a:rPr>
              <a:t> </a:t>
            </a:r>
            <a:r>
              <a:rPr lang="es-ES" sz="4400" b="1" dirty="0">
                <a:latin typeface="Segoe UI Semibold"/>
              </a:rPr>
              <a:t>eficaz que permite la </a:t>
            </a:r>
            <a:r>
              <a:rPr lang="es-ES" sz="4400" b="1" dirty="0">
                <a:solidFill>
                  <a:schemeClr val="accent6"/>
                </a:solidFill>
                <a:latin typeface="Segoe UI Semibold"/>
              </a:rPr>
              <a:t>entrega rápida </a:t>
            </a:r>
            <a:r>
              <a:rPr lang="es-ES" sz="4400" b="1" dirty="0">
                <a:latin typeface="Segoe UI Semibold"/>
              </a:rPr>
              <a:t>de soluciones de </a:t>
            </a:r>
            <a:r>
              <a:rPr lang="es-ES" sz="4400" b="1" dirty="0">
                <a:solidFill>
                  <a:schemeClr val="accent6"/>
                </a:solidFill>
                <a:latin typeface="Segoe UI Semibold"/>
              </a:rPr>
              <a:t>nivel empresarial</a:t>
            </a:r>
            <a:r>
              <a:rPr lang="es-ES" sz="4400" b="1" dirty="0">
                <a:latin typeface="Segoe UI Semibold"/>
              </a:rPr>
              <a:t>.</a:t>
            </a:r>
            <a:endParaRPr kumimoji="0" lang="en-US" sz="44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Segoe UI Semibold"/>
            </a:endParaRPr>
          </a:p>
        </p:txBody>
      </p:sp>
      <p:pic>
        <p:nvPicPr>
          <p:cNvPr id="3" name="Picture 2" descr="Imagen de introducción">
            <a:extLst>
              <a:ext uri="{FF2B5EF4-FFF2-40B4-BE49-F238E27FC236}">
                <a16:creationId xmlns:a16="http://schemas.microsoft.com/office/drawing/2014/main" id="{AB2CA605-64A2-54A5-9342-D9DFCE6248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997" y="936399"/>
            <a:ext cx="5344085" cy="49851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5C0EBC57-97E0-04EF-3D06-836B38E578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334540"/>
            <a:ext cx="1553337" cy="52346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DC90293-3883-C96D-15C3-5AA49E2CBFBF}"/>
              </a:ext>
            </a:extLst>
          </p:cNvPr>
          <p:cNvSpPr txBox="1"/>
          <p:nvPr/>
        </p:nvSpPr>
        <p:spPr>
          <a:xfrm>
            <a:off x="9749117" y="6383053"/>
            <a:ext cx="23038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@emimontesdeocaa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10664504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48B95B0-55F5-C49B-2171-1CE0DB2D8A3E}"/>
              </a:ext>
            </a:extLst>
          </p:cNvPr>
          <p:cNvSpPr txBox="1"/>
          <p:nvPr/>
        </p:nvSpPr>
        <p:spPr>
          <a:xfrm>
            <a:off x="2302955" y="2767280"/>
            <a:ext cx="7586089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CA" sz="6000" spc="-50" dirty="0">
                <a:ln w="3175">
                  <a:noFill/>
                </a:ln>
                <a:latin typeface="Segoe UI Semibold"/>
                <a:cs typeface="Segoe UI" pitchFamily="34" charset="0"/>
              </a:rPr>
              <a:t>Show me some code!</a:t>
            </a:r>
            <a:endParaRPr kumimoji="0" lang="en-CA" sz="6000" b="0" i="0" u="none" strike="noStrike" kern="1200" cap="none" spc="-50" normalizeH="0" baseline="0" noProof="0" dirty="0">
              <a:ln w="3175">
                <a:noFill/>
              </a:ln>
              <a:effectLst/>
              <a:uLnTx/>
              <a:uFillTx/>
              <a:latin typeface="Segoe UI Semibold"/>
              <a:ea typeface="+mn-ea"/>
              <a:cs typeface="Segoe UI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85FF4AE-7908-68C2-AAEA-5A0DCCD784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334540"/>
            <a:ext cx="1553337" cy="52346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C562D46-024B-13EB-FABF-367251C2B1E9}"/>
              </a:ext>
            </a:extLst>
          </p:cNvPr>
          <p:cNvSpPr txBox="1"/>
          <p:nvPr/>
        </p:nvSpPr>
        <p:spPr>
          <a:xfrm>
            <a:off x="9749117" y="6383053"/>
            <a:ext cx="23038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@emimontesdeocaa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32121076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4102C4-10B6-992F-1AFD-D0B1EA146D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9650EDB-5E48-6C97-7317-CE1BAF418ADC}"/>
              </a:ext>
            </a:extLst>
          </p:cNvPr>
          <p:cNvSpPr txBox="1"/>
          <p:nvPr/>
        </p:nvSpPr>
        <p:spPr>
          <a:xfrm>
            <a:off x="464583" y="2351078"/>
            <a:ext cx="11262834" cy="3477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defTabSz="914367">
              <a:defRPr/>
            </a:pPr>
            <a:r>
              <a:rPr lang="es-ES" sz="4400" b="0" i="0" dirty="0">
                <a:effectLst/>
                <a:latin typeface="Segoe UI" panose="020B0502040204020203" pitchFamily="34" charset="0"/>
              </a:rPr>
              <a:t>En su forma más sencilla, el </a:t>
            </a:r>
            <a:r>
              <a:rPr lang="es-ES" sz="4400" b="0" i="0" dirty="0" err="1">
                <a:effectLst/>
                <a:latin typeface="Segoe UI" panose="020B0502040204020203" pitchFamily="34" charset="0"/>
              </a:rPr>
              <a:t>kernel</a:t>
            </a:r>
            <a:r>
              <a:rPr lang="es-ES" sz="4400" b="0" i="0" dirty="0">
                <a:effectLst/>
                <a:latin typeface="Segoe UI" panose="020B0502040204020203" pitchFamily="34" charset="0"/>
              </a:rPr>
              <a:t> es un </a:t>
            </a:r>
            <a:r>
              <a:rPr lang="es-ES" sz="4400" b="1" dirty="0">
                <a:solidFill>
                  <a:schemeClr val="accent6"/>
                </a:solidFill>
                <a:latin typeface="Segoe UI Semibold"/>
              </a:rPr>
              <a:t>contenedor de inserción de dependencias </a:t>
            </a:r>
            <a:r>
              <a:rPr lang="es-ES" sz="4400" b="0" i="0" dirty="0">
                <a:effectLst/>
                <a:latin typeface="Segoe UI" panose="020B0502040204020203" pitchFamily="34" charset="0"/>
              </a:rPr>
              <a:t>que administra todos los </a:t>
            </a:r>
            <a:r>
              <a:rPr lang="es-ES" sz="4400" b="1" dirty="0">
                <a:solidFill>
                  <a:schemeClr val="accent6"/>
                </a:solidFill>
                <a:latin typeface="Segoe UI Semibold"/>
              </a:rPr>
              <a:t>servicios</a:t>
            </a:r>
            <a:r>
              <a:rPr lang="es-ES" sz="4400" b="0" i="0" dirty="0">
                <a:effectLst/>
                <a:latin typeface="Segoe UI" panose="020B0502040204020203" pitchFamily="34" charset="0"/>
              </a:rPr>
              <a:t> y </a:t>
            </a:r>
            <a:r>
              <a:rPr lang="es-ES" sz="4400" b="1" dirty="0">
                <a:solidFill>
                  <a:schemeClr val="accent6"/>
                </a:solidFill>
                <a:latin typeface="Segoe UI Semibold"/>
              </a:rPr>
              <a:t>complementos</a:t>
            </a:r>
            <a:r>
              <a:rPr lang="es-ES" sz="4400" b="0" i="0" dirty="0">
                <a:effectLst/>
                <a:latin typeface="Segoe UI" panose="020B0502040204020203" pitchFamily="34" charset="0"/>
              </a:rPr>
              <a:t> necesarios para ejecutar la aplicación de </a:t>
            </a:r>
            <a:r>
              <a:rPr lang="es-ES" sz="4400" b="1" dirty="0">
                <a:solidFill>
                  <a:schemeClr val="accent6"/>
                </a:solidFill>
                <a:latin typeface="Segoe UI Semibold"/>
              </a:rPr>
              <a:t>IA</a:t>
            </a:r>
            <a:r>
              <a:rPr lang="es-ES" sz="4400" b="1" dirty="0">
                <a:latin typeface="Segoe UI Semibold"/>
              </a:rPr>
              <a:t>.</a:t>
            </a:r>
            <a:endParaRPr kumimoji="0" lang="en-US" sz="44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Segoe UI Semibold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5215119-5C3E-66D5-5EF0-7DB9AF065E01}"/>
              </a:ext>
            </a:extLst>
          </p:cNvPr>
          <p:cNvSpPr txBox="1"/>
          <p:nvPr/>
        </p:nvSpPr>
        <p:spPr>
          <a:xfrm>
            <a:off x="2025824" y="547490"/>
            <a:ext cx="8140352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8000" b="0" i="0" u="none" strike="noStrike" kern="1200" cap="none" spc="-50" normalizeH="0" baseline="0" noProof="0" dirty="0">
                <a:ln w="3175">
                  <a:noFill/>
                </a:ln>
                <a:effectLst/>
                <a:uLnTx/>
                <a:uFillTx/>
                <a:latin typeface="Segoe UI Semibold"/>
                <a:ea typeface="+mn-ea"/>
                <a:cs typeface="Segoe UI" pitchFamily="34" charset="0"/>
              </a:rPr>
              <a:t>¿Kernel?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B2BD89B-6815-EF46-2CD0-CA77253D7A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334540"/>
            <a:ext cx="1553337" cy="52346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547AE42-B316-33DF-A43F-C2BA3BC51559}"/>
              </a:ext>
            </a:extLst>
          </p:cNvPr>
          <p:cNvSpPr txBox="1"/>
          <p:nvPr/>
        </p:nvSpPr>
        <p:spPr>
          <a:xfrm>
            <a:off x="9749117" y="6383053"/>
            <a:ext cx="23038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@emimontesdeocaa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55395167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8AA7DA-10F9-64B5-3820-7F1A7CDA57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5CAA6A7-BD2B-159C-76BE-E46F12CAA1E5}"/>
              </a:ext>
            </a:extLst>
          </p:cNvPr>
          <p:cNvSpPr txBox="1"/>
          <p:nvPr/>
        </p:nvSpPr>
        <p:spPr>
          <a:xfrm>
            <a:off x="880866" y="1823579"/>
            <a:ext cx="10474661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defTabSz="914367">
              <a:defRPr/>
            </a:pPr>
            <a:r>
              <a:rPr lang="es-ES" sz="5400" b="0" i="0" dirty="0">
                <a:effectLst/>
                <a:latin typeface="Segoe UI" panose="020B0502040204020203" pitchFamily="34" charset="0"/>
              </a:rPr>
              <a:t>Si proporciona todos los </a:t>
            </a:r>
            <a:r>
              <a:rPr lang="es-ES" sz="5400" b="1" dirty="0">
                <a:solidFill>
                  <a:schemeClr val="accent6"/>
                </a:solidFill>
                <a:latin typeface="Segoe UI Semibold"/>
              </a:rPr>
              <a:t>servicios</a:t>
            </a:r>
            <a:r>
              <a:rPr lang="es-ES" sz="5400" b="0" i="0" dirty="0">
                <a:effectLst/>
                <a:latin typeface="Segoe UI" panose="020B0502040204020203" pitchFamily="34" charset="0"/>
              </a:rPr>
              <a:t> y </a:t>
            </a:r>
            <a:r>
              <a:rPr lang="es-ES" sz="5400" b="1" dirty="0">
                <a:solidFill>
                  <a:schemeClr val="accent6"/>
                </a:solidFill>
                <a:latin typeface="Segoe UI Semibold"/>
              </a:rPr>
              <a:t>complementos</a:t>
            </a:r>
            <a:r>
              <a:rPr lang="es-ES" sz="5400" b="0" i="0" dirty="0">
                <a:effectLst/>
                <a:latin typeface="Segoe UI" panose="020B0502040204020203" pitchFamily="34" charset="0"/>
              </a:rPr>
              <a:t> al </a:t>
            </a:r>
            <a:r>
              <a:rPr lang="es-ES" sz="5400" b="1" dirty="0" err="1">
                <a:solidFill>
                  <a:schemeClr val="accent6"/>
                </a:solidFill>
                <a:latin typeface="Segoe UI Semibold"/>
              </a:rPr>
              <a:t>kernel</a:t>
            </a:r>
            <a:r>
              <a:rPr lang="es-ES" sz="5400" b="0" i="0" dirty="0">
                <a:effectLst/>
                <a:latin typeface="Segoe UI" panose="020B0502040204020203" pitchFamily="34" charset="0"/>
              </a:rPr>
              <a:t>, la inteligencia artificial los </a:t>
            </a:r>
            <a:r>
              <a:rPr lang="es-ES" sz="5400" b="1" dirty="0">
                <a:solidFill>
                  <a:schemeClr val="accent6"/>
                </a:solidFill>
                <a:latin typeface="Segoe UI Semibold"/>
              </a:rPr>
              <a:t>usará</a:t>
            </a:r>
            <a:r>
              <a:rPr lang="es-ES" sz="5400" b="0" i="0" dirty="0">
                <a:effectLst/>
                <a:latin typeface="Segoe UI" panose="020B0502040204020203" pitchFamily="34" charset="0"/>
              </a:rPr>
              <a:t> sin problemas según sea necesario.</a:t>
            </a:r>
            <a:endParaRPr kumimoji="0" lang="en-US" sz="54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Segoe UI Semibold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DD6971E-528B-CC97-99BC-398C2461B4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334540"/>
            <a:ext cx="1553337" cy="52346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8AA2A14-1F74-DD66-954F-D949CFF2B72D}"/>
              </a:ext>
            </a:extLst>
          </p:cNvPr>
          <p:cNvSpPr txBox="1"/>
          <p:nvPr/>
        </p:nvSpPr>
        <p:spPr>
          <a:xfrm>
            <a:off x="9749117" y="6383053"/>
            <a:ext cx="23038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@emimontesdeocaa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02710062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ACD409-6759-2E99-442F-FD432F54B9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0AB43CC-59B1-A5BB-2851-72E3FF84924F}"/>
              </a:ext>
            </a:extLst>
          </p:cNvPr>
          <p:cNvSpPr txBox="1"/>
          <p:nvPr/>
        </p:nvSpPr>
        <p:spPr>
          <a:xfrm>
            <a:off x="2302955" y="2767280"/>
            <a:ext cx="7586089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CA" sz="6000" spc="-50" dirty="0">
                <a:ln w="3175">
                  <a:noFill/>
                </a:ln>
                <a:latin typeface="Segoe UI Semibold"/>
                <a:cs typeface="Segoe UI" pitchFamily="34" charset="0"/>
              </a:rPr>
              <a:t>Show me more code!</a:t>
            </a:r>
            <a:endParaRPr kumimoji="0" lang="en-CA" sz="6000" b="0" i="0" u="none" strike="noStrike" kern="1200" cap="none" spc="-50" normalizeH="0" baseline="0" noProof="0" dirty="0">
              <a:ln w="3175">
                <a:noFill/>
              </a:ln>
              <a:effectLst/>
              <a:uLnTx/>
              <a:uFillTx/>
              <a:latin typeface="Segoe UI Semibold"/>
              <a:ea typeface="+mn-ea"/>
              <a:cs typeface="Segoe UI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67FF8B7-C559-549A-16AD-A7D9D1896D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334540"/>
            <a:ext cx="1553337" cy="52346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769358B-B89A-F311-581E-FA2424252E11}"/>
              </a:ext>
            </a:extLst>
          </p:cNvPr>
          <p:cNvSpPr txBox="1"/>
          <p:nvPr/>
        </p:nvSpPr>
        <p:spPr>
          <a:xfrm>
            <a:off x="9749117" y="6383053"/>
            <a:ext cx="23038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@emimontesdeocaa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93156027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F2A7087-C283-F2EA-FEB3-76650A7FF3EF}"/>
              </a:ext>
            </a:extLst>
          </p:cNvPr>
          <p:cNvSpPr txBox="1"/>
          <p:nvPr/>
        </p:nvSpPr>
        <p:spPr>
          <a:xfrm>
            <a:off x="10633" y="982313"/>
            <a:ext cx="12203856" cy="326243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lvl="0" algn="ctr" defTabSz="914367">
              <a:defRPr/>
            </a:pPr>
            <a:r>
              <a:rPr lang="en-US" sz="5400" b="1" spc="-50" noProof="0" dirty="0">
                <a:ln w="3175">
                  <a:noFill/>
                </a:ln>
                <a:solidFill>
                  <a:schemeClr val="accent6"/>
                </a:solidFill>
                <a:latin typeface="Segoe UI"/>
                <a:cs typeface="Segoe UI"/>
              </a:rPr>
              <a:t>Repo + slides</a:t>
            </a:r>
            <a:r>
              <a:rPr kumimoji="0" lang="en-US" sz="5400" b="1" i="0" u="none" strike="noStrike" kern="1200" cap="none" spc="-50" normalizeH="0" baseline="0" noProof="0" dirty="0">
                <a:ln w="3175">
                  <a:noFill/>
                </a:ln>
                <a:effectLst/>
                <a:uLnTx/>
                <a:uFillTx/>
                <a:latin typeface="Segoe UI"/>
                <a:ea typeface="+mn-ea"/>
                <a:cs typeface="Segoe UI"/>
              </a:rPr>
              <a:t>:</a:t>
            </a:r>
            <a:br>
              <a:rPr kumimoji="0" lang="en-US" sz="5400" b="1" i="0" u="none" strike="noStrike" kern="1200" cap="none" spc="-50" normalizeH="0" baseline="0" noProof="0" dirty="0">
                <a:ln w="3175">
                  <a:noFill/>
                </a:ln>
                <a:effectLst/>
                <a:uLnTx/>
                <a:uFillTx/>
                <a:latin typeface="Segoe UI"/>
                <a:ea typeface="+mn-ea"/>
                <a:cs typeface="Segoe UI"/>
              </a:rPr>
            </a:br>
            <a:r>
              <a:rPr lang="en-CA" sz="5400" spc="-50" dirty="0">
                <a:ln w="3175">
                  <a:noFill/>
                </a:ln>
                <a:latin typeface="Segoe UI Semibold"/>
                <a:ea typeface="+mn-lt"/>
                <a:cs typeface="Segoe UI Semibold"/>
              </a:rPr>
              <a:t>github.com/</a:t>
            </a:r>
            <a:r>
              <a:rPr lang="en-CA" sz="5400" spc="-50" dirty="0" err="1">
                <a:ln w="3175">
                  <a:noFill/>
                </a:ln>
                <a:latin typeface="Segoe UI Semibold"/>
                <a:ea typeface="+mn-lt"/>
                <a:cs typeface="Segoe UI Semibold"/>
              </a:rPr>
              <a:t>emimontesdeoca</a:t>
            </a:r>
            <a:r>
              <a:rPr lang="en-CA" sz="5400" spc="-50" dirty="0">
                <a:ln w="3175">
                  <a:noFill/>
                </a:ln>
                <a:latin typeface="Segoe UI Semibold"/>
                <a:ea typeface="+mn-lt"/>
                <a:cs typeface="Segoe UI Semibold"/>
              </a:rPr>
              <a:t>/mug-semantic-kernel</a:t>
            </a:r>
            <a:br>
              <a:rPr kumimoji="0" lang="en-CA" sz="5400" b="0" i="0" u="none" strike="noStrike" kern="1200" cap="none" spc="-50" normalizeH="0" baseline="0" noProof="0" dirty="0">
                <a:ln w="3175">
                  <a:noFill/>
                </a:ln>
                <a:effectLst/>
                <a:uLnTx/>
                <a:uFillTx/>
                <a:latin typeface="Segoe UI Semibold"/>
                <a:ea typeface="+mn-lt"/>
                <a:cs typeface="Segoe UI Semibold"/>
              </a:rPr>
            </a:br>
            <a:endParaRPr kumimoji="0" lang="en-US" sz="4400" b="1" i="0" u="none" strike="noStrike" kern="1200" cap="none" spc="-50" normalizeH="0" baseline="0" noProof="0" dirty="0">
              <a:ln w="3175">
                <a:noFill/>
              </a:ln>
              <a:effectLst/>
              <a:uLnTx/>
              <a:uFillTx/>
              <a:latin typeface="Segoe UI"/>
              <a:ea typeface="+mn-ea"/>
              <a:cs typeface="Segoe UI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987954F-EAA8-9955-30A5-C1F31C0BC412}"/>
              </a:ext>
            </a:extLst>
          </p:cNvPr>
          <p:cNvSpPr txBox="1"/>
          <p:nvPr/>
        </p:nvSpPr>
        <p:spPr>
          <a:xfrm>
            <a:off x="-11856" y="3797362"/>
            <a:ext cx="12203856" cy="2431435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lvl="0" algn="ctr" defTabSz="914367">
              <a:defRPr/>
            </a:pPr>
            <a:r>
              <a:rPr kumimoji="0" lang="en-US" sz="5400" b="1" i="0" u="none" strike="noStrike" kern="1200" cap="none" spc="-50" normalizeH="0" baseline="0" noProof="0" dirty="0">
                <a:ln w="3175">
                  <a:noFill/>
                </a:ln>
                <a:solidFill>
                  <a:schemeClr val="accent6"/>
                </a:solidFill>
                <a:effectLst/>
                <a:uLnTx/>
                <a:uFillTx/>
                <a:latin typeface="Segoe UI"/>
                <a:ea typeface="+mn-ea"/>
                <a:cs typeface="Segoe UI"/>
              </a:rPr>
              <a:t>Documentation</a:t>
            </a:r>
            <a:r>
              <a:rPr kumimoji="0" lang="en-US" sz="5400" b="1" i="0" u="none" strike="noStrike" kern="1200" cap="none" spc="-50" normalizeH="0" baseline="0" noProof="0" dirty="0">
                <a:ln w="3175">
                  <a:noFill/>
                </a:ln>
                <a:effectLst/>
                <a:uLnTx/>
                <a:uFillTx/>
                <a:latin typeface="Segoe UI"/>
                <a:ea typeface="+mn-ea"/>
                <a:cs typeface="Segoe UI"/>
              </a:rPr>
              <a:t>:</a:t>
            </a:r>
            <a:br>
              <a:rPr kumimoji="0" lang="en-US" sz="5400" b="1" i="0" u="none" strike="noStrike" kern="1200" cap="none" spc="-50" normalizeH="0" baseline="0" noProof="0" dirty="0">
                <a:ln w="3175">
                  <a:noFill/>
                </a:ln>
                <a:effectLst/>
                <a:uLnTx/>
                <a:uFillTx/>
                <a:latin typeface="Segoe UI"/>
                <a:ea typeface="+mn-ea"/>
                <a:cs typeface="Segoe UI"/>
              </a:rPr>
            </a:br>
            <a:r>
              <a:rPr lang="en-CA" sz="5400" spc="-50" dirty="0">
                <a:ln w="3175">
                  <a:noFill/>
                </a:ln>
                <a:latin typeface="Segoe UI Semibold"/>
                <a:ea typeface="+mn-lt"/>
                <a:cs typeface="Segoe UI Semibold"/>
              </a:rPr>
              <a:t>https://aka.ms/semantic-kernel</a:t>
            </a:r>
            <a:br>
              <a:rPr kumimoji="0" lang="en-CA" sz="5400" b="0" i="0" u="none" strike="noStrike" kern="1200" cap="none" spc="-50" normalizeH="0" baseline="0" noProof="0" dirty="0">
                <a:ln w="3175">
                  <a:noFill/>
                </a:ln>
                <a:effectLst/>
                <a:uLnTx/>
                <a:uFillTx/>
                <a:latin typeface="Segoe UI Semibold"/>
                <a:ea typeface="+mn-lt"/>
                <a:cs typeface="Segoe UI Semibold"/>
              </a:rPr>
            </a:br>
            <a:endParaRPr kumimoji="0" lang="en-US" sz="4400" b="1" i="0" u="none" strike="noStrike" kern="1200" cap="none" spc="-50" normalizeH="0" baseline="0" noProof="0" dirty="0">
              <a:ln w="3175">
                <a:noFill/>
              </a:ln>
              <a:effectLst/>
              <a:uLnTx/>
              <a:uFillTx/>
              <a:latin typeface="Segoe UI"/>
              <a:ea typeface="+mn-ea"/>
              <a:cs typeface="Segoe UI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9858ACC-F4B6-BDF3-4207-DAE6F1EA9E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334540"/>
            <a:ext cx="1553337" cy="52346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4782E8F-B4B8-AE3D-0EC2-8F8CC196FA4B}"/>
              </a:ext>
            </a:extLst>
          </p:cNvPr>
          <p:cNvSpPr txBox="1"/>
          <p:nvPr/>
        </p:nvSpPr>
        <p:spPr>
          <a:xfrm>
            <a:off x="9749117" y="6383053"/>
            <a:ext cx="23038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@emimontesdeocaa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1111793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1667629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4B475B-6093-2F66-E6F9-492F668D95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green computer with balloons and text&#10;&#10;AI-generated content may be incorrect.">
            <a:extLst>
              <a:ext uri="{FF2B5EF4-FFF2-40B4-BE49-F238E27FC236}">
                <a16:creationId xmlns:a16="http://schemas.microsoft.com/office/drawing/2014/main" id="{FAFEFA2C-4EF6-81E8-B767-808E345F020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09942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Predeterminad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IT_Template_Presentacion_v2.potx" id="{0C2BC09B-7038-45C4-A36A-1B750C70F898}" vid="{B1A5A46B-C595-4804-BED3-BBDE9586A3E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C4076569D0A4E449E6AC350D8F7721A" ma:contentTypeVersion="12" ma:contentTypeDescription="Create a new document." ma:contentTypeScope="" ma:versionID="75e0ebd387c366017a046448cacca873">
  <xsd:schema xmlns:xsd="http://www.w3.org/2001/XMLSchema" xmlns:xs="http://www.w3.org/2001/XMLSchema" xmlns:p="http://schemas.microsoft.com/office/2006/metadata/properties" xmlns:ns2="48dbce43-5633-490d-9535-9e4e045234ca" xmlns:ns3="be359023-b886-4081-ad41-f77aff059be4" targetNamespace="http://schemas.microsoft.com/office/2006/metadata/properties" ma:root="true" ma:fieldsID="5a47a06b2bf28f9c62efaa1adaece95e" ns2:_="" ns3:_="">
    <xsd:import namespace="48dbce43-5633-490d-9535-9e4e045234ca"/>
    <xsd:import namespace="be359023-b886-4081-ad41-f77aff059be4"/>
    <xsd:element name="properties">
      <xsd:complexType>
        <xsd:sequence>
          <xsd:element name="documentManagement">
            <xsd:complexType>
              <xsd:all>
                <xsd:element ref="ns2:lcf76f155ced4ddcb4097134ff3c332f" minOccurs="0"/>
                <xsd:element ref="ns3:TaxCatchAll" minOccurs="0"/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ObjectDetectorVersion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8dbce43-5633-490d-9535-9e4e045234ca" elementFormDefault="qualified">
    <xsd:import namespace="http://schemas.microsoft.com/office/2006/documentManagement/types"/>
    <xsd:import namespace="http://schemas.microsoft.com/office/infopath/2007/PartnerControls"/>
    <xsd:element name="lcf76f155ced4ddcb4097134ff3c332f" ma:index="9" nillable="true" ma:taxonomy="true" ma:internalName="lcf76f155ced4ddcb4097134ff3c332f" ma:taxonomyFieldName="MediaServiceImageTags" ma:displayName="Image Tags" ma:readOnly="false" ma:fieldId="{5cf76f15-5ced-4ddc-b409-7134ff3c332f}" ma:taxonomyMulti="true" ma:sspId="3b87e0b3-0fbc-4aaf-8ace-0f0ebbbedd57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3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4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15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e359023-b886-4081-ad41-f77aff059be4" elementFormDefault="qualified">
    <xsd:import namespace="http://schemas.microsoft.com/office/2006/documentManagement/types"/>
    <xsd:import namespace="http://schemas.microsoft.com/office/infopath/2007/PartnerControls"/>
    <xsd:element name="TaxCatchAll" ma:index="10" nillable="true" ma:displayName="Taxonomy Catch All Column" ma:hidden="true" ma:list="{c8e17ad8-2c98-4e06-b7c9-24b8c321f8a1}" ma:internalName="TaxCatchAll" ma:showField="CatchAllData" ma:web="be359023-b886-4081-ad41-f77aff059be4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48dbce43-5633-490d-9535-9e4e045234ca">
      <Terms xmlns="http://schemas.microsoft.com/office/infopath/2007/PartnerControls"/>
    </lcf76f155ced4ddcb4097134ff3c332f>
    <TaxCatchAll xmlns="be359023-b886-4081-ad41-f77aff059be4" xsi:nil="true"/>
  </documentManagement>
</p:properties>
</file>

<file path=customXml/itemProps1.xml><?xml version="1.0" encoding="utf-8"?>
<ds:datastoreItem xmlns:ds="http://schemas.openxmlformats.org/officeDocument/2006/customXml" ds:itemID="{CC6F28D4-53FA-4F14-AFAB-1812A41216C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8dbce43-5633-490d-9535-9e4e045234ca"/>
    <ds:schemaRef ds:uri="be359023-b886-4081-ad41-f77aff059be4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EEBBB74C-B5CF-4183-A3F1-CDB4EE8B2D6C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93081EBA-0E7F-44CA-A5C6-FCBB430D57C4}">
  <ds:schemaRefs>
    <ds:schemaRef ds:uri="3918dcff-a8fd-4acf-b70d-a0fe49767022"/>
    <ds:schemaRef ds:uri="48dbce43-5633-490d-9535-9e4e045234ca"/>
    <ds:schemaRef ds:uri="be359023-b886-4081-ad41-f77aff059be4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AIT_Template_Presentacion_v2</Template>
  <TotalTime>2648</TotalTime>
  <Words>269</Words>
  <Application>Microsoft Office PowerPoint</Application>
  <PresentationFormat>Widescreen</PresentationFormat>
  <Paragraphs>43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Arial</vt:lpstr>
      <vt:lpstr>Calibri</vt:lpstr>
      <vt:lpstr>Segoe UI</vt:lpstr>
      <vt:lpstr>Segoe UI Semibold</vt:lpstr>
      <vt:lpstr>Predeterminada</vt:lpstr>
      <vt:lpstr>PowerPoint Presentation</vt:lpstr>
      <vt:lpstr>Emiliano Montesdeoca</vt:lpstr>
      <vt:lpstr>Semantic Kernel: Revoluciona tus aplicaciones empresariales con IA nativa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Pablo Di Loreto</dc:creator>
  <cp:keywords>Tectimes</cp:keywords>
  <cp:lastModifiedBy>Emiliano Montesdeoca del Puerto</cp:lastModifiedBy>
  <cp:revision>18</cp:revision>
  <dcterms:created xsi:type="dcterms:W3CDTF">2022-10-09T07:53:38Z</dcterms:created>
  <dcterms:modified xsi:type="dcterms:W3CDTF">2025-11-05T17:22:47Z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ComplianceAssetId">
    <vt:lpwstr/>
  </property>
  <property fmtid="{D5CDD505-2E9C-101B-9397-08002B2CF9AE}" pid="4" name="_ExtendedDescription">
    <vt:lpwstr/>
  </property>
  <property fmtid="{D5CDD505-2E9C-101B-9397-08002B2CF9AE}" pid="5" name="_activity">
    <vt:lpwstr>{"FileActivityType":"9","FileActivityTimeStamp":"2023-12-16T13:36:07.880Z","FileActivityUsersOnPage":[{"DisplayName":"Pablo Di Loreto","Id":"pablodiloreto@mug.org.ar"}],"FileActivityNavigationId":null}</vt:lpwstr>
  </property>
  <property fmtid="{D5CDD505-2E9C-101B-9397-08002B2CF9AE}" pid="6" name="TriggerFlowInfo">
    <vt:lpwstr/>
  </property>
  <property fmtid="{D5CDD505-2E9C-101B-9397-08002B2CF9AE}" pid="7" name="ContentTypeId">
    <vt:lpwstr>0x010100EC4076569D0A4E449E6AC350D8F7721A</vt:lpwstr>
  </property>
  <property fmtid="{D5CDD505-2E9C-101B-9397-08002B2CF9AE}" pid="8" name="xd_ProgID">
    <vt:lpwstr/>
  </property>
  <property fmtid="{D5CDD505-2E9C-101B-9397-08002B2CF9AE}" pid="9" name="TemplateUrl">
    <vt:lpwstr/>
  </property>
  <property fmtid="{D5CDD505-2E9C-101B-9397-08002B2CF9AE}" pid="10" name="xd_Signature">
    <vt:bool>false</vt:bool>
  </property>
</Properties>
</file>